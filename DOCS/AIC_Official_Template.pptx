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694" r:id="rId3"/>
    <p:sldMasterId id="2147483699" r:id="rId4"/>
    <p:sldMasterId id="2147483713" r:id="rId5"/>
  </p:sldMasterIdLst>
  <p:notesMasterIdLst>
    <p:notesMasterId r:id="rId13"/>
  </p:notesMasterIdLst>
  <p:sldIdLst>
    <p:sldId id="820" r:id="rId6"/>
    <p:sldId id="2870" r:id="rId7"/>
    <p:sldId id="2857" r:id="rId8"/>
    <p:sldId id="1906872563" r:id="rId9"/>
    <p:sldId id="1906872569" r:id="rId10"/>
    <p:sldId id="1906872570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75E361-6728-4564-925F-CDEB010D9221}" v="1" dt="2026-08-12T11:52:41.6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76" d="100"/>
          <a:sy n="76" d="100"/>
        </p:scale>
        <p:origin x="-462" y="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pta, Sumit" userId="1897bf9b-0dd3-4194-b659-65bd26db6033" providerId="ADAL" clId="{5772E9CC-A2D7-4A18-9F3D-98CD1ADE6210}"/>
    <pc:docChg chg="undo custSel addSld delSld modSld modMainMaster">
      <pc:chgData name="Gupta, Sumit" userId="1897bf9b-0dd3-4194-b659-65bd26db6033" providerId="ADAL" clId="{5772E9CC-A2D7-4A18-9F3D-98CD1ADE6210}" dt="2026-08-12T11:52:43.731" v="19" actId="47"/>
      <pc:docMkLst>
        <pc:docMk/>
      </pc:docMkLst>
      <pc:sldChg chg="add">
        <pc:chgData name="Gupta, Sumit" userId="1897bf9b-0dd3-4194-b659-65bd26db6033" providerId="ADAL" clId="{5772E9CC-A2D7-4A18-9F3D-98CD1ADE6210}" dt="2026-08-12T11:52:41.597" v="18"/>
        <pc:sldMkLst>
          <pc:docMk/>
          <pc:sldMk cId="4229161518" sldId="820"/>
        </pc:sldMkLst>
      </pc:sldChg>
      <pc:sldChg chg="del">
        <pc:chgData name="Gupta, Sumit" userId="1897bf9b-0dd3-4194-b659-65bd26db6033" providerId="ADAL" clId="{5772E9CC-A2D7-4A18-9F3D-98CD1ADE6210}" dt="2026-08-12T11:52:43.731" v="19" actId="47"/>
        <pc:sldMkLst>
          <pc:docMk/>
          <pc:sldMk cId="1508494297" sldId="945"/>
        </pc:sldMkLst>
      </pc:sldChg>
      <pc:sldChg chg="add">
        <pc:chgData name="Gupta, Sumit" userId="1897bf9b-0dd3-4194-b659-65bd26db6033" providerId="ADAL" clId="{5772E9CC-A2D7-4A18-9F3D-98CD1ADE6210}" dt="2026-07-24T04:48:05.146" v="0"/>
        <pc:sldMkLst>
          <pc:docMk/>
          <pc:sldMk cId="2959471642" sldId="2857"/>
        </pc:sldMkLst>
      </pc:sldChg>
      <pc:sldChg chg="add">
        <pc:chgData name="Gupta, Sumit" userId="1897bf9b-0dd3-4194-b659-65bd26db6033" providerId="ADAL" clId="{5772E9CC-A2D7-4A18-9F3D-98CD1ADE6210}" dt="2026-07-24T04:48:05.146" v="0"/>
        <pc:sldMkLst>
          <pc:docMk/>
          <pc:sldMk cId="280955698" sldId="2870"/>
        </pc:sldMkLst>
      </pc:sldChg>
      <pc:sldChg chg="add">
        <pc:chgData name="Gupta, Sumit" userId="1897bf9b-0dd3-4194-b659-65bd26db6033" providerId="ADAL" clId="{5772E9CC-A2D7-4A18-9F3D-98CD1ADE6210}" dt="2026-07-24T04:48:05.146" v="0"/>
        <pc:sldMkLst>
          <pc:docMk/>
          <pc:sldMk cId="969716135" sldId="1906872563"/>
        </pc:sldMkLst>
      </pc:sldChg>
      <pc:sldChg chg="delSp modSp add mod">
        <pc:chgData name="Gupta, Sumit" userId="1897bf9b-0dd3-4194-b659-65bd26db6033" providerId="ADAL" clId="{5772E9CC-A2D7-4A18-9F3D-98CD1ADE6210}" dt="2026-07-24T04:48:25.970" v="2" actId="20577"/>
        <pc:sldMkLst>
          <pc:docMk/>
          <pc:sldMk cId="2205980423" sldId="1906872569"/>
        </pc:sldMkLst>
        <pc:spChg chg="mod">
          <ac:chgData name="Gupta, Sumit" userId="1897bf9b-0dd3-4194-b659-65bd26db6033" providerId="ADAL" clId="{5772E9CC-A2D7-4A18-9F3D-98CD1ADE6210}" dt="2026-07-24T04:48:25.970" v="2" actId="20577"/>
          <ac:spMkLst>
            <pc:docMk/>
            <pc:sldMk cId="2205980423" sldId="1906872569"/>
            <ac:spMk id="4" creationId="{00000000-0000-0000-0000-000000000000}"/>
          </ac:spMkLst>
        </pc:spChg>
      </pc:sldChg>
      <pc:sldChg chg="modSp add mod">
        <pc:chgData name="Gupta, Sumit" userId="1897bf9b-0dd3-4194-b659-65bd26db6033" providerId="ADAL" clId="{5772E9CC-A2D7-4A18-9F3D-98CD1ADE6210}" dt="2026-07-24T04:48:43.369" v="7" actId="20577"/>
        <pc:sldMkLst>
          <pc:docMk/>
          <pc:sldMk cId="3845603560" sldId="1906872570"/>
        </pc:sldMkLst>
        <pc:spChg chg="mod">
          <ac:chgData name="Gupta, Sumit" userId="1897bf9b-0dd3-4194-b659-65bd26db6033" providerId="ADAL" clId="{5772E9CC-A2D7-4A18-9F3D-98CD1ADE6210}" dt="2026-07-24T04:48:43.369" v="7" actId="20577"/>
          <ac:spMkLst>
            <pc:docMk/>
            <pc:sldMk cId="3845603560" sldId="1906872570"/>
            <ac:spMk id="4" creationId="{00000000-0000-0000-0000-000000000000}"/>
          </ac:spMkLst>
        </pc:spChg>
      </pc:sldChg>
      <pc:sldMasterChg chg="delSldLayout modSldLayout">
        <pc:chgData name="Gupta, Sumit" userId="1897bf9b-0dd3-4194-b659-65bd26db6033" providerId="ADAL" clId="{5772E9CC-A2D7-4A18-9F3D-98CD1ADE6210}" dt="2026-07-24T04:49:43.724" v="17"/>
        <pc:sldMasterMkLst>
          <pc:docMk/>
          <pc:sldMasterMk cId="3154538439" sldId="2147483660"/>
        </pc:sldMasterMkLst>
        <pc:sldLayoutChg chg="modSp">
          <pc:chgData name="Gupta, Sumit" userId="1897bf9b-0dd3-4194-b659-65bd26db6033" providerId="ADAL" clId="{5772E9CC-A2D7-4A18-9F3D-98CD1ADE6210}" dt="2026-07-24T04:49:43.724" v="17"/>
          <pc:sldLayoutMkLst>
            <pc:docMk/>
            <pc:sldMasterMk cId="3154538439" sldId="2147483660"/>
            <pc:sldLayoutMk cId="2368417819" sldId="2147483662"/>
          </pc:sldLayoutMkLst>
          <pc:spChg chg="mod">
            <ac:chgData name="Gupta, Sumit" userId="1897bf9b-0dd3-4194-b659-65bd26db6033" providerId="ADAL" clId="{5772E9CC-A2D7-4A18-9F3D-98CD1ADE6210}" dt="2026-07-24T04:49:43.724" v="17"/>
            <ac:spMkLst>
              <pc:docMk/>
              <pc:sldMasterMk cId="3154538439" sldId="2147483660"/>
              <pc:sldLayoutMk cId="2368417819" sldId="2147483662"/>
              <ac:spMk id="3" creationId="{1BFF566D-EEFC-0454-54B0-66CBAB8DA700}"/>
            </ac:spMkLst>
          </pc:spChg>
        </pc:sldLayoutChg>
        <pc:sldLayoutChg chg="addSp delSp modSp mod">
          <pc:chgData name="Gupta, Sumit" userId="1897bf9b-0dd3-4194-b659-65bd26db6033" providerId="ADAL" clId="{5772E9CC-A2D7-4A18-9F3D-98CD1ADE6210}" dt="2026-07-24T04:49:43.724" v="17"/>
          <pc:sldLayoutMkLst>
            <pc:docMk/>
            <pc:sldMasterMk cId="3154538439" sldId="2147483660"/>
            <pc:sldLayoutMk cId="726607555" sldId="2147483673"/>
          </pc:sldLayoutMkLst>
          <pc:spChg chg="mod">
            <ac:chgData name="Gupta, Sumit" userId="1897bf9b-0dd3-4194-b659-65bd26db6033" providerId="ADAL" clId="{5772E9CC-A2D7-4A18-9F3D-98CD1ADE6210}" dt="2026-07-24T04:49:43.724" v="17"/>
            <ac:spMkLst>
              <pc:docMk/>
              <pc:sldMasterMk cId="3154538439" sldId="2147483660"/>
              <pc:sldLayoutMk cId="726607555" sldId="2147483673"/>
              <ac:spMk id="2" creationId="{8F090878-FDCB-E32E-7E4D-4A1D113FA508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04694-B363-4D2F-9288-55810FEE4433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F16013-F085-4538-9539-111F70D15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657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681651-9904-804F-8355-78350773C1A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1263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7.png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7.png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2.png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sv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svg"/><Relationship Id="rId1" Type="http://schemas.openxmlformats.org/officeDocument/2006/relationships/slideMaster" Target="../slideMasters/slideMaster5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xmlns="" id="{AC43ACC0-AD60-BDF4-2F68-94D9A9F04C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7605" y="757711"/>
            <a:ext cx="1243822" cy="353083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xmlns="" id="{746E4763-F545-C94B-51CE-F4BC514C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001" y="3010442"/>
            <a:ext cx="6793920" cy="1329595"/>
          </a:xfrm>
          <a:prstGeom prst="rect">
            <a:avLst/>
          </a:prstGeom>
        </p:spPr>
        <p:txBody>
          <a:bodyPr anchor="b">
            <a:spAutoFit/>
          </a:bodyPr>
          <a:lstStyle>
            <a:lvl1pPr algn="l">
              <a:lnSpc>
                <a:spcPct val="9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xmlns="" id="{BC002026-094D-D1B0-BDA1-62996F2413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0622" y="4464059"/>
            <a:ext cx="6793920" cy="109284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92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xmlns="" id="{36108AED-3E3E-1C9D-6AD6-AB28DC8162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81528" y="6124064"/>
            <a:ext cx="1832894" cy="1969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731500" rtl="0" eaLnBrk="1" latinLnBrk="0" hangingPunct="1">
              <a:spcAft>
                <a:spcPts val="0"/>
              </a:spcAft>
              <a:buNone/>
              <a:defRPr lang="en-US" sz="128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</p:spTree>
    <p:extLst>
      <p:ext uri="{BB962C8B-B14F-4D97-AF65-F5344CB8AC3E}">
        <p14:creationId xmlns:p14="http://schemas.microsoft.com/office/powerpoint/2010/main" val="3980020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 xmlns="">
        <p15:guide id="1" orient="horz" pos="1884">
          <p15:clr>
            <a:srgbClr val="C35E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xt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7CADDCEF-8841-4D73-EAEB-25E159BD364A}"/>
              </a:ext>
            </a:extLst>
          </p:cNvPr>
          <p:cNvSpPr/>
          <p:nvPr userDrawn="1"/>
        </p:nvSpPr>
        <p:spPr>
          <a:xfrm>
            <a:off x="7839457" y="3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29" bIns="97529" rtlCol="0" anchor="ctr"/>
          <a:lstStyle/>
          <a:p>
            <a:pPr algn="ctr"/>
            <a:endParaRPr lang="en-US" sz="1919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xmlns="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455" y="572600"/>
            <a:ext cx="6757704" cy="433324"/>
          </a:xfrm>
        </p:spPr>
        <p:txBody>
          <a:bodyPr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xmlns="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9" y="2209172"/>
            <a:ext cx="6757703" cy="734934"/>
          </a:xfrm>
          <a:prstGeom prst="rect">
            <a:avLst/>
          </a:prstGeom>
        </p:spPr>
        <p:txBody>
          <a:bodyPr/>
          <a:lstStyle>
            <a:lvl1pPr>
              <a:defRPr lang="en-US" sz="144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x-none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xmlns="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9" y="1403018"/>
            <a:ext cx="6757703" cy="465875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920" b="0" i="0">
                <a:solidFill>
                  <a:schemeClr val="bg2"/>
                </a:solidFill>
                <a:latin typeface="+mn-lt"/>
              </a:defRPr>
            </a:lvl1pPr>
            <a:lvl2pPr marL="365752" indent="0">
              <a:buNone/>
              <a:defRPr sz="1600" b="1"/>
            </a:lvl2pPr>
            <a:lvl3pPr marL="731500" indent="0">
              <a:buNone/>
              <a:defRPr sz="1440" b="1"/>
            </a:lvl3pPr>
            <a:lvl4pPr marL="1097249" indent="0">
              <a:buNone/>
              <a:defRPr sz="1280" b="1"/>
            </a:lvl4pPr>
            <a:lvl5pPr marL="1462999" indent="0">
              <a:buNone/>
              <a:defRPr sz="1280" b="1"/>
            </a:lvl5pPr>
            <a:lvl6pPr marL="1828749" indent="0">
              <a:buNone/>
              <a:defRPr sz="1280" b="1"/>
            </a:lvl6pPr>
            <a:lvl7pPr marL="2194498" indent="0">
              <a:buNone/>
              <a:defRPr sz="1280" b="1"/>
            </a:lvl7pPr>
            <a:lvl8pPr marL="2560249" indent="0">
              <a:buNone/>
              <a:defRPr sz="1280" b="1"/>
            </a:lvl8pPr>
            <a:lvl9pPr marL="2925999" indent="0">
              <a:buNone/>
              <a:defRPr sz="128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xmlns="" id="{1BFF566D-EEFC-0454-54B0-66CBAB8DA700}"/>
              </a:ext>
            </a:extLst>
          </p:cNvPr>
          <p:cNvSpPr txBox="1"/>
          <p:nvPr userDrawn="1"/>
        </p:nvSpPr>
        <p:spPr>
          <a:xfrm>
            <a:off x="9495177" y="6442170"/>
            <a:ext cx="1934825" cy="9848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1828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60"/>
              </a:spcAft>
              <a:buClrTx/>
              <a:buSzTx/>
              <a:buFontTx/>
              <a:buNone/>
              <a:tabLst/>
              <a:defRPr/>
            </a:pPr>
            <a:r>
              <a:rPr lang="en-US" sz="64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08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xmlns="" id="{B0F19C31-6554-B271-0340-EE09C970123A}"/>
              </a:ext>
            </a:extLst>
          </p:cNvPr>
          <p:cNvSpPr txBox="1"/>
          <p:nvPr userDrawn="1"/>
        </p:nvSpPr>
        <p:spPr>
          <a:xfrm>
            <a:off x="11714824" y="6442170"/>
            <a:ext cx="96180" cy="9848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1828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6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64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1828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96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8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68417819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377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mplex 1 -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xmlns="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108" y="13879"/>
            <a:ext cx="12203108" cy="6857999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652" y="2335980"/>
            <a:ext cx="4850670" cy="239334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5760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xmlns="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5656" y="4880705"/>
            <a:ext cx="4850672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1731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 xmlns="">
        <p15:guide id="1" orient="horz" pos="1884">
          <p15:clr>
            <a:srgbClr val="C35E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mplex 1 - Light mode Sim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xmlns="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108" y="0"/>
            <a:ext cx="6074968" cy="6871878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5567" y="3750135"/>
            <a:ext cx="3872092" cy="110825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001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xmlns="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95566" y="5092433"/>
            <a:ext cx="3872100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ADAC0B31-54E2-8C2A-B25C-0569D02C30D8}"/>
              </a:ext>
            </a:extLst>
          </p:cNvPr>
          <p:cNvCxnSpPr>
            <a:cxnSpLocks/>
          </p:cNvCxnSpPr>
          <p:nvPr userDrawn="1"/>
        </p:nvCxnSpPr>
        <p:spPr>
          <a:xfrm flipV="1">
            <a:off x="12030688" y="3"/>
            <a:ext cx="0" cy="686569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CCFC0719-4C3D-0203-D62D-760E4FAE139B}"/>
              </a:ext>
            </a:extLst>
          </p:cNvPr>
          <p:cNvSpPr/>
          <p:nvPr userDrawn="1"/>
        </p:nvSpPr>
        <p:spPr>
          <a:xfrm>
            <a:off x="10493837" y="4"/>
            <a:ext cx="1698166" cy="6871195"/>
          </a:xfrm>
          <a:prstGeom prst="rect">
            <a:avLst/>
          </a:prstGeom>
          <a:solidFill>
            <a:srgbClr val="7500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3147" bIns="73147" rtlCol="0" anchor="ctr"/>
          <a:lstStyle/>
          <a:p>
            <a:pPr algn="ctr"/>
            <a:endParaRPr lang="x-none" sz="1316" err="1"/>
          </a:p>
        </p:txBody>
      </p:sp>
      <p:sp>
        <p:nvSpPr>
          <p:cNvPr id="10" name="Graphic 17">
            <a:extLst>
              <a:ext uri="{FF2B5EF4-FFF2-40B4-BE49-F238E27FC236}">
                <a16:creationId xmlns:a16="http://schemas.microsoft.com/office/drawing/2014/main" xmlns="" id="{E3871E5A-E0C3-B128-FC59-BD11547FEA55}"/>
              </a:ext>
            </a:extLst>
          </p:cNvPr>
          <p:cNvSpPr/>
          <p:nvPr userDrawn="1"/>
        </p:nvSpPr>
        <p:spPr>
          <a:xfrm>
            <a:off x="11005750" y="5422430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1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x-none" sz="1316"/>
          </a:p>
        </p:txBody>
      </p:sp>
    </p:spTree>
    <p:extLst>
      <p:ext uri="{BB962C8B-B14F-4D97-AF65-F5344CB8AC3E}">
        <p14:creationId xmlns:p14="http://schemas.microsoft.com/office/powerpoint/2010/main" val="735309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 xmlns="">
        <p15:guide id="1" orient="horz" pos="1884">
          <p15:clr>
            <a:srgbClr val="C35E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mplex 1 - Ligh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CCFC0719-4C3D-0203-D62D-760E4FAE139B}"/>
              </a:ext>
            </a:extLst>
          </p:cNvPr>
          <p:cNvSpPr/>
          <p:nvPr userDrawn="1"/>
        </p:nvSpPr>
        <p:spPr>
          <a:xfrm>
            <a:off x="9927452" y="2976340"/>
            <a:ext cx="2264549" cy="3894855"/>
          </a:xfrm>
          <a:prstGeom prst="rect">
            <a:avLst/>
          </a:prstGeom>
          <a:solidFill>
            <a:srgbClr val="7500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3147" bIns="73147" rtlCol="0" anchor="ctr"/>
          <a:lstStyle/>
          <a:p>
            <a:pPr algn="ctr"/>
            <a:endParaRPr lang="x-none" sz="1316" err="1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xmlns="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2976341"/>
            <a:ext cx="6772251" cy="389485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Picture Placeholder 34">
            <a:extLst>
              <a:ext uri="{FF2B5EF4-FFF2-40B4-BE49-F238E27FC236}">
                <a16:creationId xmlns:a16="http://schemas.microsoft.com/office/drawing/2014/main" xmlns="" id="{5E4FE031-9091-8938-4EDF-260DFEFB13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72250" y="6121"/>
            <a:ext cx="5419750" cy="297021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xmlns="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11686" y="3954223"/>
            <a:ext cx="2264549" cy="2305712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sp>
        <p:nvSpPr>
          <p:cNvPr id="4" name="Graphic 17">
            <a:extLst>
              <a:ext uri="{FF2B5EF4-FFF2-40B4-BE49-F238E27FC236}">
                <a16:creationId xmlns:a16="http://schemas.microsoft.com/office/drawing/2014/main" xmlns="" id="{004BC2F2-E3DC-5CB3-0900-931F6D847B7E}"/>
              </a:ext>
            </a:extLst>
          </p:cNvPr>
          <p:cNvSpPr/>
          <p:nvPr userDrawn="1"/>
        </p:nvSpPr>
        <p:spPr>
          <a:xfrm>
            <a:off x="10787697" y="4602862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1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x-none" sz="1316"/>
          </a:p>
        </p:txBody>
      </p:sp>
    </p:spTree>
    <p:extLst>
      <p:ext uri="{BB962C8B-B14F-4D97-AF65-F5344CB8AC3E}">
        <p14:creationId xmlns:p14="http://schemas.microsoft.com/office/powerpoint/2010/main" val="20999142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 xmlns="">
        <p15:guide id="1" orient="horz" pos="1884">
          <p15:clr>
            <a:srgbClr val="C35E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mplex 1 - Gradient mode Sim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xmlns="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-1754"/>
            <a:ext cx="6235504" cy="6858000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B8358CE2-3010-CD39-B174-C1F97F9202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5506" y="3"/>
            <a:ext cx="4439498" cy="6858000"/>
          </a:xfrm>
          <a:prstGeom prst="rect">
            <a:avLst/>
          </a:prstGeom>
        </p:spPr>
      </p:pic>
      <p:sp>
        <p:nvSpPr>
          <p:cNvPr id="10" name="Graphic 17">
            <a:extLst>
              <a:ext uri="{FF2B5EF4-FFF2-40B4-BE49-F238E27FC236}">
                <a16:creationId xmlns:a16="http://schemas.microsoft.com/office/drawing/2014/main" xmlns="" id="{E3871E5A-E0C3-B128-FC59-BD11547FEA55}"/>
              </a:ext>
            </a:extLst>
          </p:cNvPr>
          <p:cNvSpPr/>
          <p:nvPr userDrawn="1"/>
        </p:nvSpPr>
        <p:spPr>
          <a:xfrm>
            <a:off x="11156826" y="5684823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x-none" sz="1316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7817" y="3733230"/>
            <a:ext cx="3919968" cy="110825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001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xmlns="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07817" y="5065162"/>
            <a:ext cx="3919968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5087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 xmlns="">
        <p15:guide id="1" orient="horz" pos="1884">
          <p15:clr>
            <a:srgbClr val="C35E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mplex 1 - Gradien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7C2A9A34-82D5-6262-D129-D306B6F55F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40031" y="2976069"/>
            <a:ext cx="3298274" cy="388962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F475C44C-8B0B-A1AE-ABDF-0F7C1DE8443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1543" y="-4090"/>
            <a:ext cx="6782996" cy="2980159"/>
          </a:xfrm>
          <a:prstGeom prst="rect">
            <a:avLst/>
          </a:prstGeom>
        </p:spPr>
      </p:pic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xmlns="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976340"/>
            <a:ext cx="6761155" cy="3889353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Picture Placeholder 34">
            <a:extLst>
              <a:ext uri="{FF2B5EF4-FFF2-40B4-BE49-F238E27FC236}">
                <a16:creationId xmlns:a16="http://schemas.microsoft.com/office/drawing/2014/main" xmlns="" id="{5E4FE031-9091-8938-4EDF-260DFEFB13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61156" y="-4090"/>
            <a:ext cx="5430845" cy="29804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xmlns="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1931" y="3954223"/>
            <a:ext cx="2264549" cy="217302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sp>
        <p:nvSpPr>
          <p:cNvPr id="10" name="Graphic 17">
            <a:extLst>
              <a:ext uri="{FF2B5EF4-FFF2-40B4-BE49-F238E27FC236}">
                <a16:creationId xmlns:a16="http://schemas.microsoft.com/office/drawing/2014/main" xmlns="" id="{E3871E5A-E0C3-B128-FC59-BD11547FEA55}"/>
              </a:ext>
            </a:extLst>
          </p:cNvPr>
          <p:cNvSpPr/>
          <p:nvPr userDrawn="1"/>
        </p:nvSpPr>
        <p:spPr>
          <a:xfrm>
            <a:off x="10787697" y="4593205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x-none" sz="1316"/>
          </a:p>
        </p:txBody>
      </p:sp>
    </p:spTree>
    <p:extLst>
      <p:ext uri="{BB962C8B-B14F-4D97-AF65-F5344CB8AC3E}">
        <p14:creationId xmlns:p14="http://schemas.microsoft.com/office/powerpoint/2010/main" val="1431359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 xmlns="">
        <p15:guide id="1" orient="horz" pos="1884">
          <p15:clr>
            <a:srgbClr val="C35E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mplex 1 - Gradien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6B764AF4-DC76-040F-7F3B-393C800CFFE6}"/>
              </a:ext>
            </a:extLst>
          </p:cNvPr>
          <p:cNvSpPr/>
          <p:nvPr userDrawn="1"/>
        </p:nvSpPr>
        <p:spPr>
          <a:xfrm>
            <a:off x="6730950" y="2976067"/>
            <a:ext cx="3207355" cy="3881932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36" bIns="97536" rtlCol="0" anchor="ctr"/>
          <a:lstStyle/>
          <a:p>
            <a:pPr algn="ctr"/>
            <a:endParaRPr lang="en-US" sz="2339" err="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BC813D5C-B200-03E1-0309-707A457AA933}"/>
              </a:ext>
            </a:extLst>
          </p:cNvPr>
          <p:cNvSpPr/>
          <p:nvPr userDrawn="1"/>
        </p:nvSpPr>
        <p:spPr>
          <a:xfrm>
            <a:off x="0" y="1"/>
            <a:ext cx="6771453" cy="2974598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36" bIns="97536" rtlCol="0" anchor="ctr"/>
          <a:lstStyle/>
          <a:p>
            <a:pPr algn="ctr"/>
            <a:endParaRPr lang="en-US" sz="2339" err="1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xmlns="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034" y="2976341"/>
            <a:ext cx="6740122" cy="3875539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Picture Placeholder 34">
            <a:extLst>
              <a:ext uri="{FF2B5EF4-FFF2-40B4-BE49-F238E27FC236}">
                <a16:creationId xmlns:a16="http://schemas.microsoft.com/office/drawing/2014/main" xmlns="" id="{5E4FE031-9091-8938-4EDF-260DFEFB13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72250" y="6121"/>
            <a:ext cx="5398719" cy="297021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10" name="Graphic 17">
            <a:extLst>
              <a:ext uri="{FF2B5EF4-FFF2-40B4-BE49-F238E27FC236}">
                <a16:creationId xmlns:a16="http://schemas.microsoft.com/office/drawing/2014/main" xmlns="" id="{E3871E5A-E0C3-B128-FC59-BD11547FEA55}"/>
              </a:ext>
            </a:extLst>
          </p:cNvPr>
          <p:cNvSpPr/>
          <p:nvPr userDrawn="1"/>
        </p:nvSpPr>
        <p:spPr>
          <a:xfrm>
            <a:off x="10787697" y="4593205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x-none" sz="1316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xmlns="" id="{54F08984-5A5F-2074-4481-4456FF81316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1931" y="3954223"/>
            <a:ext cx="2264549" cy="217302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074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 xmlns="">
        <p15:guide id="1" orient="horz" pos="1884">
          <p15:clr>
            <a:srgbClr val="C35E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alutation: gradi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urple and black background&#10;&#10;AI-generated content may be incorrect.">
            <a:extLst>
              <a:ext uri="{FF2B5EF4-FFF2-40B4-BE49-F238E27FC236}">
                <a16:creationId xmlns:a16="http://schemas.microsoft.com/office/drawing/2014/main" xmlns="" id="{1E54F49D-2B2F-7CDD-DC94-B6FF9A694B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copyright">
            <a:extLst>
              <a:ext uri="{FF2B5EF4-FFF2-40B4-BE49-F238E27FC236}">
                <a16:creationId xmlns:a16="http://schemas.microsoft.com/office/drawing/2014/main" xmlns="" id="{8F090878-FDCB-E32E-7E4D-4A1D113FA50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xmlns="" id="{6DD78C6E-A2CA-C7D3-D53E-97A08AAAEAD8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4772D35A-1963-BF72-AA80-2201D2B01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48" y="3429000"/>
            <a:ext cx="6046527" cy="984885"/>
          </a:xfrm>
          <a:prstGeom prst="rect">
            <a:avLst/>
          </a:prstGeom>
        </p:spPr>
        <p:txBody>
          <a:bodyPr wrap="none" anchor="ctr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GTS_WH">
            <a:extLst>
              <a:ext uri="{FF2B5EF4-FFF2-40B4-BE49-F238E27FC236}">
                <a16:creationId xmlns:a16="http://schemas.microsoft.com/office/drawing/2014/main" xmlns="" id="{79093C77-020A-31D2-4F4F-DA77DEFA8E8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266075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 xmlns="">
        <p15:guide id="1" orient="horz" pos="1620">
          <p15:clr>
            <a:srgbClr val="C35E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option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 Placeholder 44">
            <a:extLst>
              <a:ext uri="{FF2B5EF4-FFF2-40B4-BE49-F238E27FC236}">
                <a16:creationId xmlns:a16="http://schemas.microsoft.com/office/drawing/2014/main" xmlns="" id="{FDE571CC-167D-47E3-8000-11E1185523A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10716" y="3580468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3" name="Text Placeholder 44">
            <a:extLst>
              <a:ext uri="{FF2B5EF4-FFF2-40B4-BE49-F238E27FC236}">
                <a16:creationId xmlns:a16="http://schemas.microsoft.com/office/drawing/2014/main" xmlns="" id="{67D8E360-3B8E-42E3-A131-BBB8259C20D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24549" y="3583562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4" name="Text Placeholder 44">
            <a:extLst>
              <a:ext uri="{FF2B5EF4-FFF2-40B4-BE49-F238E27FC236}">
                <a16:creationId xmlns:a16="http://schemas.microsoft.com/office/drawing/2014/main" xmlns="" id="{95023161-89C9-4A6B-93C9-5CCEA219CE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238384" y="3588203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7" name="Text Placeholder 44">
            <a:extLst>
              <a:ext uri="{FF2B5EF4-FFF2-40B4-BE49-F238E27FC236}">
                <a16:creationId xmlns:a16="http://schemas.microsoft.com/office/drawing/2014/main" xmlns="" id="{3D1567CD-545E-4481-AA52-EAB26F307DE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10716" y="1597537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8" name="Text Placeholder 44">
            <a:extLst>
              <a:ext uri="{FF2B5EF4-FFF2-40B4-BE49-F238E27FC236}">
                <a16:creationId xmlns:a16="http://schemas.microsoft.com/office/drawing/2014/main" xmlns="" id="{C4A7E19B-BA4C-4167-B678-685C3673D0E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824549" y="1600631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9" name="Text Placeholder 44">
            <a:extLst>
              <a:ext uri="{FF2B5EF4-FFF2-40B4-BE49-F238E27FC236}">
                <a16:creationId xmlns:a16="http://schemas.microsoft.com/office/drawing/2014/main" xmlns="" id="{33092D62-8436-4A51-8071-52D0BA46EF8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238384" y="1605272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82" name="Text Placeholder 2">
            <a:extLst>
              <a:ext uri="{FF2B5EF4-FFF2-40B4-BE49-F238E27FC236}">
                <a16:creationId xmlns:a16="http://schemas.microsoft.com/office/drawing/2014/main" xmlns="" id="{722F4D46-D274-4F10-ABA0-DD9EA3E9201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02461" y="2304462"/>
            <a:ext cx="1580870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83" name="Text Placeholder 2">
            <a:extLst>
              <a:ext uri="{FF2B5EF4-FFF2-40B4-BE49-F238E27FC236}">
                <a16:creationId xmlns:a16="http://schemas.microsoft.com/office/drawing/2014/main" xmlns="" id="{9F91BFBD-9636-4FD4-8F52-6E39E26F072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824549" y="2288696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84" name="Text Placeholder 2">
            <a:extLst>
              <a:ext uri="{FF2B5EF4-FFF2-40B4-BE49-F238E27FC236}">
                <a16:creationId xmlns:a16="http://schemas.microsoft.com/office/drawing/2014/main" xmlns="" id="{F01AF8C0-E88B-47D4-9C57-68C82E55FF5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0238382" y="2286854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87" name="Text Placeholder 2">
            <a:extLst>
              <a:ext uri="{FF2B5EF4-FFF2-40B4-BE49-F238E27FC236}">
                <a16:creationId xmlns:a16="http://schemas.microsoft.com/office/drawing/2014/main" xmlns="" id="{FC4FC8D5-B96C-437B-A281-3F7C9C7D71C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94206" y="4287392"/>
            <a:ext cx="1580870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88" name="Text Placeholder 2">
            <a:extLst>
              <a:ext uri="{FF2B5EF4-FFF2-40B4-BE49-F238E27FC236}">
                <a16:creationId xmlns:a16="http://schemas.microsoft.com/office/drawing/2014/main" xmlns="" id="{8FD560F8-78FC-4428-9882-3934D9CBB65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816294" y="4271626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89" name="Text Placeholder 2">
            <a:extLst>
              <a:ext uri="{FF2B5EF4-FFF2-40B4-BE49-F238E27FC236}">
                <a16:creationId xmlns:a16="http://schemas.microsoft.com/office/drawing/2014/main" xmlns="" id="{176CA42E-BDE9-4A57-B993-296EED1BCB46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230127" y="4269784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18" name="Footer Placeholder 6">
            <a:extLst>
              <a:ext uri="{FF2B5EF4-FFF2-40B4-BE49-F238E27FC236}">
                <a16:creationId xmlns:a16="http://schemas.microsoft.com/office/drawing/2014/main" xmlns="" id="{FC8AB6A1-27E9-4726-8EED-1379C2B79DD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20" name="Slide Number Placeholder 9">
            <a:extLst>
              <a:ext uri="{FF2B5EF4-FFF2-40B4-BE49-F238E27FC236}">
                <a16:creationId xmlns:a16="http://schemas.microsoft.com/office/drawing/2014/main" xmlns="" id="{99EB2F96-A524-4376-ABC5-3FEBABEBAAB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xmlns="" id="{174109FF-31FD-44DD-9BFD-B595E095CCA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9776" y="1597537"/>
            <a:ext cx="4395264" cy="3523001"/>
          </a:xfrm>
          <a:prstGeom prst="rect">
            <a:avLst/>
          </a:prstGeom>
        </p:spPr>
        <p:txBody>
          <a:bodyPr tIns="0" bIns="0" anchor="b">
            <a:normAutofit/>
          </a:bodyPr>
          <a:lstStyle>
            <a:lvl1pPr>
              <a:lnSpc>
                <a:spcPct val="70000"/>
              </a:lnSpc>
              <a:defRPr sz="7200">
                <a:solidFill>
                  <a:schemeClr val="accent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127318474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Option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BA67B93-5503-49C7-ADB5-EF3AECD1A8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3" y="377805"/>
            <a:ext cx="11421740" cy="1565295"/>
          </a:xfrm>
        </p:spPr>
        <p:txBody>
          <a:bodyPr tIns="0" bIns="0" anchor="t">
            <a:normAutofit/>
          </a:bodyPr>
          <a:lstStyle>
            <a:lvl1pPr>
              <a:lnSpc>
                <a:spcPct val="80000"/>
              </a:lnSpc>
              <a:defRPr sz="6000" cap="none">
                <a:solidFill>
                  <a:schemeClr val="tx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Text Placeholder 44">
            <a:extLst>
              <a:ext uri="{FF2B5EF4-FFF2-40B4-BE49-F238E27FC236}">
                <a16:creationId xmlns:a16="http://schemas.microsoft.com/office/drawing/2014/main" xmlns="" id="{62554568-01B3-4431-8A8E-3067ECE43FA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97512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06</a:t>
            </a:r>
            <a:endParaRPr lang="en-GB"/>
          </a:p>
        </p:txBody>
      </p:sp>
      <p:sp>
        <p:nvSpPr>
          <p:cNvPr id="71" name="Text Placeholder 44">
            <a:extLst>
              <a:ext uri="{FF2B5EF4-FFF2-40B4-BE49-F238E27FC236}">
                <a16:creationId xmlns:a16="http://schemas.microsoft.com/office/drawing/2014/main" xmlns="" id="{CCA78229-FDF4-4DB6-B436-CBCFEF9314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857730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07</a:t>
            </a:r>
            <a:endParaRPr lang="en-GB"/>
          </a:p>
        </p:txBody>
      </p:sp>
      <p:sp>
        <p:nvSpPr>
          <p:cNvPr id="72" name="Text Placeholder 44">
            <a:extLst>
              <a:ext uri="{FF2B5EF4-FFF2-40B4-BE49-F238E27FC236}">
                <a16:creationId xmlns:a16="http://schemas.microsoft.com/office/drawing/2014/main" xmlns="" id="{FDE571CC-167D-47E3-8000-11E1185523A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317948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08</a:t>
            </a:r>
            <a:endParaRPr lang="en-GB"/>
          </a:p>
        </p:txBody>
      </p:sp>
      <p:sp>
        <p:nvSpPr>
          <p:cNvPr id="73" name="Text Placeholder 44">
            <a:extLst>
              <a:ext uri="{FF2B5EF4-FFF2-40B4-BE49-F238E27FC236}">
                <a16:creationId xmlns:a16="http://schemas.microsoft.com/office/drawing/2014/main" xmlns="" id="{67D8E360-3B8E-42E3-A131-BBB8259C20D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778166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09</a:t>
            </a:r>
            <a:endParaRPr lang="en-GB"/>
          </a:p>
        </p:txBody>
      </p:sp>
      <p:sp>
        <p:nvSpPr>
          <p:cNvPr id="74" name="Text Placeholder 44">
            <a:extLst>
              <a:ext uri="{FF2B5EF4-FFF2-40B4-BE49-F238E27FC236}">
                <a16:creationId xmlns:a16="http://schemas.microsoft.com/office/drawing/2014/main" xmlns="" id="{95023161-89C9-4A6B-93C9-5CCEA219CE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238384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10</a:t>
            </a:r>
            <a:endParaRPr lang="en-GB"/>
          </a:p>
        </p:txBody>
      </p:sp>
      <p:sp>
        <p:nvSpPr>
          <p:cNvPr id="75" name="Text Placeholder 44">
            <a:extLst>
              <a:ext uri="{FF2B5EF4-FFF2-40B4-BE49-F238E27FC236}">
                <a16:creationId xmlns:a16="http://schemas.microsoft.com/office/drawing/2014/main" xmlns="" id="{D012A4F1-1A7B-4861-AAD0-9C8C48E69A0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97512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01</a:t>
            </a:r>
            <a:endParaRPr lang="en-GB"/>
          </a:p>
        </p:txBody>
      </p:sp>
      <p:sp>
        <p:nvSpPr>
          <p:cNvPr id="76" name="Text Placeholder 44">
            <a:extLst>
              <a:ext uri="{FF2B5EF4-FFF2-40B4-BE49-F238E27FC236}">
                <a16:creationId xmlns:a16="http://schemas.microsoft.com/office/drawing/2014/main" xmlns="" id="{87432211-FA1B-4912-9E9D-1B7D1089CA2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857730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02</a:t>
            </a:r>
            <a:endParaRPr lang="en-GB"/>
          </a:p>
        </p:txBody>
      </p:sp>
      <p:sp>
        <p:nvSpPr>
          <p:cNvPr id="77" name="Text Placeholder 44">
            <a:extLst>
              <a:ext uri="{FF2B5EF4-FFF2-40B4-BE49-F238E27FC236}">
                <a16:creationId xmlns:a16="http://schemas.microsoft.com/office/drawing/2014/main" xmlns="" id="{3D1567CD-545E-4481-AA52-EAB26F307DE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317948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03</a:t>
            </a:r>
            <a:endParaRPr lang="en-GB"/>
          </a:p>
        </p:txBody>
      </p:sp>
      <p:sp>
        <p:nvSpPr>
          <p:cNvPr id="78" name="Text Placeholder 44">
            <a:extLst>
              <a:ext uri="{FF2B5EF4-FFF2-40B4-BE49-F238E27FC236}">
                <a16:creationId xmlns:a16="http://schemas.microsoft.com/office/drawing/2014/main" xmlns="" id="{C4A7E19B-BA4C-4167-B678-685C3673D0E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78166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04</a:t>
            </a:r>
            <a:endParaRPr lang="en-GB"/>
          </a:p>
        </p:txBody>
      </p:sp>
      <p:sp>
        <p:nvSpPr>
          <p:cNvPr id="79" name="Text Placeholder 44">
            <a:extLst>
              <a:ext uri="{FF2B5EF4-FFF2-40B4-BE49-F238E27FC236}">
                <a16:creationId xmlns:a16="http://schemas.microsoft.com/office/drawing/2014/main" xmlns="" id="{33092D62-8436-4A51-8071-52D0BA46EF8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238384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05</a:t>
            </a:r>
            <a:endParaRPr lang="en-GB"/>
          </a:p>
        </p:txBody>
      </p:sp>
      <p:sp>
        <p:nvSpPr>
          <p:cNvPr id="80" name="Text Placeholder 2">
            <a:extLst>
              <a:ext uri="{FF2B5EF4-FFF2-40B4-BE49-F238E27FC236}">
                <a16:creationId xmlns:a16="http://schemas.microsoft.com/office/drawing/2014/main" xmlns="" id="{439731EE-FBBF-4749-8E58-161D1BD24B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7512" y="3159475"/>
            <a:ext cx="1580870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Text Placeholder 2">
            <a:extLst>
              <a:ext uri="{FF2B5EF4-FFF2-40B4-BE49-F238E27FC236}">
                <a16:creationId xmlns:a16="http://schemas.microsoft.com/office/drawing/2014/main" xmlns="" id="{53987512-4428-45A6-9E5A-ECC62C5A784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2861856" y="3143709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" name="Text Placeholder 2">
            <a:extLst>
              <a:ext uri="{FF2B5EF4-FFF2-40B4-BE49-F238E27FC236}">
                <a16:creationId xmlns:a16="http://schemas.microsoft.com/office/drawing/2014/main" xmlns="" id="{722F4D46-D274-4F10-ABA0-DD9EA3E9201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317946" y="3162634"/>
            <a:ext cx="1580870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3" name="Text Placeholder 2">
            <a:extLst>
              <a:ext uri="{FF2B5EF4-FFF2-40B4-BE49-F238E27FC236}">
                <a16:creationId xmlns:a16="http://schemas.microsoft.com/office/drawing/2014/main" xmlns="" id="{9F91BFBD-9636-4FD4-8F52-6E39E26F072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782290" y="3146868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4" name="Text Placeholder 2">
            <a:extLst>
              <a:ext uri="{FF2B5EF4-FFF2-40B4-BE49-F238E27FC236}">
                <a16:creationId xmlns:a16="http://schemas.microsoft.com/office/drawing/2014/main" xmlns="" id="{F01AF8C0-E88B-47D4-9C57-68C82E55FF5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0238382" y="3145026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5" name="Text Placeholder 2">
            <a:extLst>
              <a:ext uri="{FF2B5EF4-FFF2-40B4-BE49-F238E27FC236}">
                <a16:creationId xmlns:a16="http://schemas.microsoft.com/office/drawing/2014/main" xmlns="" id="{02847DEE-A5F9-4C29-B154-1544212CE4E9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89257" y="5142405"/>
            <a:ext cx="1580870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">
            <a:extLst>
              <a:ext uri="{FF2B5EF4-FFF2-40B4-BE49-F238E27FC236}">
                <a16:creationId xmlns:a16="http://schemas.microsoft.com/office/drawing/2014/main" xmlns="" id="{8FDB1794-F8AB-4138-AAA1-A52DD6E79A3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853601" y="5126639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">
            <a:extLst>
              <a:ext uri="{FF2B5EF4-FFF2-40B4-BE49-F238E27FC236}">
                <a16:creationId xmlns:a16="http://schemas.microsoft.com/office/drawing/2014/main" xmlns="" id="{FC4FC8D5-B96C-437B-A281-3F7C9C7D71C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09691" y="5145564"/>
            <a:ext cx="1580870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">
            <a:extLst>
              <a:ext uri="{FF2B5EF4-FFF2-40B4-BE49-F238E27FC236}">
                <a16:creationId xmlns:a16="http://schemas.microsoft.com/office/drawing/2014/main" xmlns="" id="{8FD560F8-78FC-4428-9882-3934D9CBB65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774035" y="5129798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">
            <a:extLst>
              <a:ext uri="{FF2B5EF4-FFF2-40B4-BE49-F238E27FC236}">
                <a16:creationId xmlns:a16="http://schemas.microsoft.com/office/drawing/2014/main" xmlns="" id="{176CA42E-BDE9-4A57-B993-296EED1BCB46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230127" y="5127956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Footer Placeholder 6">
            <a:extLst>
              <a:ext uri="{FF2B5EF4-FFF2-40B4-BE49-F238E27FC236}">
                <a16:creationId xmlns:a16="http://schemas.microsoft.com/office/drawing/2014/main" xmlns="" id="{DF893CCF-7E5D-47A2-BEAA-290732009D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28" name="Slide Number Placeholder 9">
            <a:extLst>
              <a:ext uri="{FF2B5EF4-FFF2-40B4-BE49-F238E27FC236}">
                <a16:creationId xmlns:a16="http://schemas.microsoft.com/office/drawing/2014/main" xmlns="" id="{82929F35-82A7-4CD0-B264-4B8953C83B4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527289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41986EA-B600-4DE9-873A-47A5273447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943100"/>
            <a:ext cx="8572500" cy="428427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2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80975" indent="-180975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4pPr>
            <a:lvl5pPr>
              <a:defRPr kumimoji="0" lang="en-GB" sz="18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xmlns="" id="{2D7B9C33-7860-4A78-8365-326155D0DC4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xmlns="" id="{75CA6DF9-3D47-44A0-9AE6-EE81F577848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xmlns="" id="{F8D1DF11-64D7-450B-92C0-FFBB3964A6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3794832106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41986EA-B600-4DE9-873A-47A5273447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943100"/>
            <a:ext cx="5400000" cy="428427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2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77800" indent="-17780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4pPr>
            <a:lvl5pPr>
              <a:defRPr kumimoji="0" lang="en-GB" sz="18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xmlns="" id="{4538F56B-ECAD-430D-86B3-CA43CA930B13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6411000" y="1945849"/>
            <a:ext cx="5400000" cy="428427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2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77800" indent="-17780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4pPr>
            <a:lvl5pPr>
              <a:defRPr kumimoji="0" lang="en-GB" sz="18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xmlns="" id="{03EC794A-FC92-4AAF-AE86-050FA799F5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xmlns="" id="{31586DA7-028B-46B2-8DE5-CD490E3A728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xmlns="" id="{DCAD60B4-85E8-4266-A468-73C7C71B2C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336396688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5">
            <a:extLst>
              <a:ext uri="{FF2B5EF4-FFF2-40B4-BE49-F238E27FC236}">
                <a16:creationId xmlns:a16="http://schemas.microsoft.com/office/drawing/2014/main" xmlns="" id="{442A75EB-71CE-4543-ADEB-9A7264CF8BF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3807" y="4699746"/>
            <a:ext cx="2467571" cy="157152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r>
              <a:rPr lang="en-GB" sz="1400">
                <a:latin typeface="Graphik" panose="020B0503030202060203" pitchFamily="34" charset="77"/>
              </a:rPr>
              <a:t>Insert text here max</a:t>
            </a:r>
            <a:br>
              <a:rPr lang="en-GB" sz="1400">
                <a:latin typeface="Graphik" panose="020B0503030202060203" pitchFamily="34" charset="77"/>
              </a:rPr>
            </a:br>
            <a:r>
              <a:rPr lang="en-GB" sz="1400">
                <a:latin typeface="Graphik" panose="020B0503030202060203" pitchFamily="34" charset="77"/>
              </a:rPr>
              <a:t>lines to the bottom of this text box, min 14 </a:t>
            </a:r>
            <a:r>
              <a:rPr lang="en-GB" sz="1400" err="1">
                <a:latin typeface="Graphik" panose="020B0503030202060203" pitchFamily="34" charset="77"/>
              </a:rPr>
              <a:t>pt</a:t>
            </a:r>
            <a:r>
              <a:rPr lang="en-GB" sz="1400">
                <a:latin typeface="Graphik" panose="020B0503030202060203" pitchFamily="34" charset="77"/>
              </a:rPr>
              <a:t> with paragraph spacing 1.0</a:t>
            </a:r>
          </a:p>
        </p:txBody>
      </p:sp>
      <p:sp>
        <p:nvSpPr>
          <p:cNvPr id="18" name="Text Placeholder 25">
            <a:extLst>
              <a:ext uri="{FF2B5EF4-FFF2-40B4-BE49-F238E27FC236}">
                <a16:creationId xmlns:a16="http://schemas.microsoft.com/office/drawing/2014/main" xmlns="" id="{BCD1C719-53DB-4DE0-999D-A83E05EEDF8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46803" y="4699746"/>
            <a:ext cx="2467571" cy="157152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r>
              <a:rPr lang="en-GB" sz="1400">
                <a:latin typeface="Graphik" panose="020B0503030202060203" pitchFamily="34" charset="77"/>
              </a:rPr>
              <a:t>Insert text here max</a:t>
            </a:r>
            <a:br>
              <a:rPr lang="en-GB" sz="1400">
                <a:latin typeface="Graphik" panose="020B0503030202060203" pitchFamily="34" charset="77"/>
              </a:rPr>
            </a:br>
            <a:r>
              <a:rPr lang="en-GB" sz="1400">
                <a:latin typeface="Graphik" panose="020B0503030202060203" pitchFamily="34" charset="77"/>
              </a:rPr>
              <a:t>lines to the bottom of this text box, min 14 </a:t>
            </a:r>
            <a:r>
              <a:rPr lang="en-GB" sz="1400" err="1">
                <a:latin typeface="Graphik" panose="020B0503030202060203" pitchFamily="34" charset="77"/>
              </a:rPr>
              <a:t>pt</a:t>
            </a:r>
            <a:r>
              <a:rPr lang="en-GB" sz="1400">
                <a:latin typeface="Graphik" panose="020B0503030202060203" pitchFamily="34" charset="77"/>
              </a:rPr>
              <a:t> with paragraph spacing 1.0</a:t>
            </a:r>
          </a:p>
        </p:txBody>
      </p:sp>
      <p:sp>
        <p:nvSpPr>
          <p:cNvPr id="19" name="Text Placeholder 25">
            <a:extLst>
              <a:ext uri="{FF2B5EF4-FFF2-40B4-BE49-F238E27FC236}">
                <a16:creationId xmlns:a16="http://schemas.microsoft.com/office/drawing/2014/main" xmlns="" id="{933372D4-A8C3-4A0E-8BC4-35430C7D44C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00432" y="4699746"/>
            <a:ext cx="2467571" cy="157152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r>
              <a:rPr lang="en-GB" sz="1400">
                <a:latin typeface="Graphik" panose="020B0503030202060203" pitchFamily="34" charset="77"/>
              </a:rPr>
              <a:t>Insert text here max</a:t>
            </a:r>
            <a:br>
              <a:rPr lang="en-GB" sz="1400">
                <a:latin typeface="Graphik" panose="020B0503030202060203" pitchFamily="34" charset="77"/>
              </a:rPr>
            </a:br>
            <a:r>
              <a:rPr lang="en-GB" sz="1400">
                <a:latin typeface="Graphik" panose="020B0503030202060203" pitchFamily="34" charset="77"/>
              </a:rPr>
              <a:t>lines to the bottom of this text box, min 14 </a:t>
            </a:r>
            <a:r>
              <a:rPr lang="en-GB" sz="1400" err="1">
                <a:latin typeface="Graphik" panose="020B0503030202060203" pitchFamily="34" charset="77"/>
              </a:rPr>
              <a:t>pt</a:t>
            </a:r>
            <a:r>
              <a:rPr lang="en-GB" sz="1400">
                <a:latin typeface="Graphik" panose="020B0503030202060203" pitchFamily="34" charset="77"/>
              </a:rPr>
              <a:t> with paragraph spacing 1.0</a:t>
            </a:r>
          </a:p>
        </p:txBody>
      </p:sp>
      <p:sp>
        <p:nvSpPr>
          <p:cNvPr id="20" name="Text Placeholder 25">
            <a:extLst>
              <a:ext uri="{FF2B5EF4-FFF2-40B4-BE49-F238E27FC236}">
                <a16:creationId xmlns:a16="http://schemas.microsoft.com/office/drawing/2014/main" xmlns="" id="{12AE7316-6AEE-48C3-B262-F48CA4EEC2F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343428" y="4699746"/>
            <a:ext cx="2467571" cy="157152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r>
              <a:rPr lang="en-GB" sz="1400">
                <a:latin typeface="Graphik" panose="020B0503030202060203" pitchFamily="34" charset="77"/>
              </a:rPr>
              <a:t>Insert text here max</a:t>
            </a:r>
            <a:br>
              <a:rPr lang="en-GB" sz="1400">
                <a:latin typeface="Graphik" panose="020B0503030202060203" pitchFamily="34" charset="77"/>
              </a:rPr>
            </a:br>
            <a:r>
              <a:rPr lang="en-GB" sz="1400">
                <a:latin typeface="Graphik" panose="020B0503030202060203" pitchFamily="34" charset="77"/>
              </a:rPr>
              <a:t>lines to the bottom of this text box, min 14 </a:t>
            </a:r>
            <a:r>
              <a:rPr lang="en-GB" sz="1400" err="1">
                <a:latin typeface="Graphik" panose="020B0503030202060203" pitchFamily="34" charset="77"/>
              </a:rPr>
              <a:t>pt</a:t>
            </a:r>
            <a:r>
              <a:rPr lang="en-GB" sz="1400">
                <a:latin typeface="Graphik" panose="020B0503030202060203" pitchFamily="34" charset="77"/>
              </a:rPr>
              <a:t> with paragraph spacing 1.0</a:t>
            </a:r>
          </a:p>
        </p:txBody>
      </p:sp>
      <p:sp>
        <p:nvSpPr>
          <p:cNvPr id="23" name="Footer Placeholder 6">
            <a:extLst>
              <a:ext uri="{FF2B5EF4-FFF2-40B4-BE49-F238E27FC236}">
                <a16:creationId xmlns:a16="http://schemas.microsoft.com/office/drawing/2014/main" xmlns="" id="{309F3C08-340B-4262-BE8D-7E0EC29922E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24" name="Slide Number Placeholder 9">
            <a:extLst>
              <a:ext uri="{FF2B5EF4-FFF2-40B4-BE49-F238E27FC236}">
                <a16:creationId xmlns:a16="http://schemas.microsoft.com/office/drawing/2014/main" xmlns="" id="{D8EB1850-1114-408C-A2E4-09622ECAB10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xmlns="" id="{3F77B05F-F630-4362-9489-073AAEA27D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xmlns="" id="{D1F1FA6F-6B29-4B4E-AC66-C4BE76E3CE7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3693" y="1851079"/>
            <a:ext cx="5179384" cy="537448"/>
          </a:xfrm>
        </p:spPr>
        <p:txBody>
          <a:bodyPr tIns="0" bIns="0" anchor="t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defRPr sz="2200" b="1" i="0" cap="none">
                <a:solidFill>
                  <a:schemeClr val="tx1"/>
                </a:solidFill>
                <a:latin typeface="+mj-lt"/>
              </a:defRPr>
            </a:lvl1pPr>
            <a:lvl2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2pPr>
            <a:lvl3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4pPr>
            <a:lvl5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Heading 22pt min 16pt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xmlns="" id="{E4CAE9FD-CC6F-4B12-A12B-D279A44AE39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88001" y="1851079"/>
            <a:ext cx="5179384" cy="537448"/>
          </a:xfrm>
        </p:spPr>
        <p:txBody>
          <a:bodyPr tIns="0" bIns="0" anchor="t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defRPr sz="2200" b="1" i="0" cap="none">
                <a:solidFill>
                  <a:schemeClr val="tx1"/>
                </a:solidFill>
                <a:latin typeface="+mj-lt"/>
              </a:defRPr>
            </a:lvl1pPr>
            <a:lvl2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2pPr>
            <a:lvl3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4pPr>
            <a:lvl5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Heading 22pt min 16pt</a:t>
            </a:r>
          </a:p>
        </p:txBody>
      </p:sp>
    </p:spTree>
    <p:extLst>
      <p:ext uri="{BB962C8B-B14F-4D97-AF65-F5344CB8AC3E}">
        <p14:creationId xmlns:p14="http://schemas.microsoft.com/office/powerpoint/2010/main" val="759272705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311BE77C-A095-46CD-A1E6-D35129200CF4}"/>
              </a:ext>
            </a:extLst>
          </p:cNvPr>
          <p:cNvSpPr/>
          <p:nvPr/>
        </p:nvSpPr>
        <p:spPr>
          <a:xfrm>
            <a:off x="1" y="1928174"/>
            <a:ext cx="12191998" cy="44052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xmlns="" id="{812566C2-550C-428D-9F25-97BA6ACC6D8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80215" y="2410216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  <a:endParaRPr lang="en-US"/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xmlns="" id="{50056D35-DC61-4D0F-B0C2-B062F0DD56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500" y="2410216"/>
            <a:ext cx="839889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xmlns="" id="{4F54E055-BFC8-4967-AD47-F082AF139F1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80215" y="3635687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xmlns="" id="{17A9C8F1-2B45-4232-AB93-26450C46258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501" y="3635687"/>
            <a:ext cx="839888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xmlns="" id="{D7F2FA40-8443-415A-BCEC-57907AD7C3D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480215" y="4861158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xmlns="" id="{4DFB22B2-7DED-4F30-9EEB-FB3AE9BC745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4501" y="4861158"/>
            <a:ext cx="839888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41">
            <a:extLst>
              <a:ext uri="{FF2B5EF4-FFF2-40B4-BE49-F238E27FC236}">
                <a16:creationId xmlns:a16="http://schemas.microsoft.com/office/drawing/2014/main" xmlns="" id="{80618C3C-6BED-4F24-8BC3-0BA6574D0AA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131715" y="2410216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xmlns="" id="{18039CC1-2EA8-4C41-979B-4D20FB6809F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6000" y="2410216"/>
            <a:ext cx="839889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xmlns="" id="{5A1FF5E6-3D7C-4087-AFF1-48A99E04CE2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131715" y="3635687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xmlns="" id="{BB2C9A29-68E9-4B62-8688-F3255D0DC6F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1" y="3635687"/>
            <a:ext cx="839888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xmlns="" id="{353E4163-5423-4488-93B4-72E261A04E0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131715" y="4861158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xmlns="" id="{EC5DB573-F8E8-4DEA-AEA6-9E4D218638C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096001" y="4861158"/>
            <a:ext cx="839888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Footer Placeholder 6">
            <a:extLst>
              <a:ext uri="{FF2B5EF4-FFF2-40B4-BE49-F238E27FC236}">
                <a16:creationId xmlns:a16="http://schemas.microsoft.com/office/drawing/2014/main" xmlns="" id="{1409C984-F547-42F7-B88C-526E030405E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28" name="Slide Number Placeholder 9">
            <a:extLst>
              <a:ext uri="{FF2B5EF4-FFF2-40B4-BE49-F238E27FC236}">
                <a16:creationId xmlns:a16="http://schemas.microsoft.com/office/drawing/2014/main" xmlns="" id="{829B10C9-5B15-4D0E-BE03-A02D6DD428A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itle Placeholder 1">
            <a:extLst>
              <a:ext uri="{FF2B5EF4-FFF2-40B4-BE49-F238E27FC236}">
                <a16:creationId xmlns:a16="http://schemas.microsoft.com/office/drawing/2014/main" xmlns="" id="{A822CE51-5843-4191-8C13-33C5608805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3946602674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Op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311BE77C-A095-46CD-A1E6-D35129200CF4}"/>
              </a:ext>
            </a:extLst>
          </p:cNvPr>
          <p:cNvSpPr/>
          <p:nvPr/>
        </p:nvSpPr>
        <p:spPr>
          <a:xfrm>
            <a:off x="1" y="1754996"/>
            <a:ext cx="12191998" cy="45784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8" name="Footer Placeholder 6">
            <a:extLst>
              <a:ext uri="{FF2B5EF4-FFF2-40B4-BE49-F238E27FC236}">
                <a16:creationId xmlns:a16="http://schemas.microsoft.com/office/drawing/2014/main" xmlns="" id="{1409C984-F547-42F7-B88C-526E030405E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28" name="Slide Number Placeholder 9">
            <a:extLst>
              <a:ext uri="{FF2B5EF4-FFF2-40B4-BE49-F238E27FC236}">
                <a16:creationId xmlns:a16="http://schemas.microsoft.com/office/drawing/2014/main" xmlns="" id="{829B10C9-5B15-4D0E-BE03-A02D6DD428A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itle Placeholder 1">
            <a:extLst>
              <a:ext uri="{FF2B5EF4-FFF2-40B4-BE49-F238E27FC236}">
                <a16:creationId xmlns:a16="http://schemas.microsoft.com/office/drawing/2014/main" xmlns="" id="{FFD4091F-4540-47D0-9D89-6BCB0291E5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32" name="Text Placeholder 41">
            <a:extLst>
              <a:ext uri="{FF2B5EF4-FFF2-40B4-BE49-F238E27FC236}">
                <a16:creationId xmlns:a16="http://schemas.microsoft.com/office/drawing/2014/main" xmlns="" id="{53346DC2-FD7B-49C4-8AAB-B359175B7BF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1001" y="2104386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3" name="Text Placeholder 41">
            <a:extLst>
              <a:ext uri="{FF2B5EF4-FFF2-40B4-BE49-F238E27FC236}">
                <a16:creationId xmlns:a16="http://schemas.microsoft.com/office/drawing/2014/main" xmlns="" id="{AC42A312-9979-4A01-9158-57CD4C8CA33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81000" y="3532780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xmlns="" id="{E6AD4056-7137-4DCF-A115-E508E36FD57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80999" y="4965814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xmlns="" id="{C209F1A0-3F27-4F19-87B3-B17D5D0FF7A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103436" y="2104386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xmlns="" id="{8FD5C041-A388-41EA-ABD7-248D2E8C55D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103435" y="3532780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xmlns="" id="{C81EE5FD-7567-45E7-B11B-1CDE922D19C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103434" y="4965814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895385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Option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3">
            <a:extLst>
              <a:ext uri="{FF2B5EF4-FFF2-40B4-BE49-F238E27FC236}">
                <a16:creationId xmlns:a16="http://schemas.microsoft.com/office/drawing/2014/main" xmlns="" id="{59EABE65-FD93-400B-BAEB-2365B18C100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575" y="1467048"/>
            <a:ext cx="3243135" cy="1568380"/>
          </a:xfrm>
        </p:spPr>
        <p:txBody>
          <a:bodyPr anchor="b">
            <a:normAutofit/>
          </a:bodyPr>
          <a:lstStyle>
            <a:lvl1pPr>
              <a:defRPr lang="en-US" sz="3600" b="1" kern="120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xmlns="" id="{047176E6-F8F4-49FC-A12D-CEB5CA6D60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9575" y="3256510"/>
            <a:ext cx="3243135" cy="215918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xmlns="" id="{7AF73BDE-319D-4219-A5C1-DEB5792189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97451" y="1467048"/>
            <a:ext cx="3243135" cy="1568380"/>
          </a:xfrm>
        </p:spPr>
        <p:txBody>
          <a:bodyPr anchor="b">
            <a:normAutofit/>
          </a:bodyPr>
          <a:lstStyle>
            <a:lvl1pPr>
              <a:defRPr lang="en-US" sz="3600" b="1" kern="120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xmlns="" id="{60DF4D03-0BE8-4D31-82A4-F39747E4BF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97451" y="3256510"/>
            <a:ext cx="3243135" cy="215918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xmlns="" id="{112886E8-E82B-4DDD-A8BC-ECFC852D393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85328" y="1467048"/>
            <a:ext cx="3243135" cy="1568380"/>
          </a:xfrm>
        </p:spPr>
        <p:txBody>
          <a:bodyPr anchor="b">
            <a:normAutofit/>
          </a:bodyPr>
          <a:lstStyle>
            <a:lvl1pPr>
              <a:defRPr lang="en-US" sz="3600" b="1" kern="120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xmlns="" id="{FB202F5B-10E0-4D04-965B-2D05E3CD18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85328" y="3256510"/>
            <a:ext cx="3243135" cy="215918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xmlns="" id="{6B25A7F6-703D-4F00-A0EC-1566C7F2D3D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xmlns="" id="{26FD1142-0F2D-45CB-946D-E52751A238A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xmlns="" id="{1104290A-1E04-4AF8-82EA-4BADC5747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1332369128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Option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41">
            <a:extLst>
              <a:ext uri="{FF2B5EF4-FFF2-40B4-BE49-F238E27FC236}">
                <a16:creationId xmlns:a16="http://schemas.microsoft.com/office/drawing/2014/main" xmlns="" id="{9DFDC4DC-01F9-4BD6-BF0E-69725B783A0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81000" y="4068348"/>
            <a:ext cx="2479000" cy="1969520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Add description of the figure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xmlns="" id="{24432DF7-B547-40FF-A825-45A78D2CB8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1000" y="3429000"/>
            <a:ext cx="2479000" cy="553998"/>
          </a:xfrm>
          <a:prstGeom prst="rect">
            <a:avLst/>
          </a:prstGeom>
        </p:spPr>
        <p:txBody>
          <a:bodyPr wrap="square" tIns="0" bIns="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xmlns="" id="{233FEC15-78F4-43A2-A63C-053354C1234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243456" y="4068348"/>
            <a:ext cx="2479000" cy="1969520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Add description of the figure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xmlns="" id="{5EA5DC18-5421-48CE-8B85-A27A2B4A504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43456" y="3429000"/>
            <a:ext cx="2479000" cy="553998"/>
          </a:xfrm>
          <a:prstGeom prst="rect">
            <a:avLst/>
          </a:prstGeom>
        </p:spPr>
        <p:txBody>
          <a:bodyPr wrap="square" tIns="0" bIns="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xmlns="" id="{B0E58F9C-D684-471B-BFF1-044DDB7AB07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105912" y="4068348"/>
            <a:ext cx="2479000" cy="1969520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Add description of the figure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xmlns="" id="{4FEA6FC0-ADA0-43DC-9D26-5E114F07372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05912" y="3429000"/>
            <a:ext cx="2479000" cy="553998"/>
          </a:xfrm>
          <a:prstGeom prst="rect">
            <a:avLst/>
          </a:prstGeom>
        </p:spPr>
        <p:txBody>
          <a:bodyPr wrap="square" tIns="0" bIns="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xmlns="" id="{8F8EE1D1-37AE-4F77-B057-69366C5878F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968368" y="4068348"/>
            <a:ext cx="2479000" cy="1969520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Add description of the figure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xmlns="" id="{91797188-BDCB-4CC5-BCBE-30AD9A4C450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968368" y="3429000"/>
            <a:ext cx="2479000" cy="553998"/>
          </a:xfrm>
          <a:prstGeom prst="rect">
            <a:avLst/>
          </a:prstGeom>
        </p:spPr>
        <p:txBody>
          <a:bodyPr wrap="square" tIns="0" bIns="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xmlns="" id="{9D5BE5DC-7FFD-494C-891B-8A475F26F4E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xmlns="" id="{3A863DAF-BB89-4865-8063-7F6B6BAB45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xmlns="" id="{C770A387-6C5D-4E48-960C-8587FDB8AC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4062992953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eople op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xmlns="" id="{7E061C87-E253-4832-BFB5-F70B539C645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147889" y="2192171"/>
            <a:ext cx="1858845" cy="1858845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defRPr sz="1100" b="0" i="0">
                <a:latin typeface="+mn-lt"/>
              </a:defRPr>
            </a:lvl1pPr>
          </a:lstStyle>
          <a:p>
            <a:r>
              <a:rPr lang="en-AU" dirty="0"/>
              <a:t>Insert picture here</a:t>
            </a:r>
          </a:p>
        </p:txBody>
      </p:sp>
      <p:sp>
        <p:nvSpPr>
          <p:cNvPr id="22" name="Picture Placeholder 6">
            <a:extLst>
              <a:ext uri="{FF2B5EF4-FFF2-40B4-BE49-F238E27FC236}">
                <a16:creationId xmlns:a16="http://schemas.microsoft.com/office/drawing/2014/main" xmlns="" id="{9A86D32D-DCCA-FB41-AD6B-6114273CE677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815262" y="2192171"/>
            <a:ext cx="1858845" cy="1858845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defRPr sz="1100" b="0" i="0">
                <a:latin typeface="+mn-lt"/>
              </a:defRPr>
            </a:lvl1pPr>
          </a:lstStyle>
          <a:p>
            <a:r>
              <a:rPr lang="en-AU" dirty="0"/>
              <a:t>Insert picture here</a:t>
            </a:r>
          </a:p>
        </p:txBody>
      </p:sp>
      <p:sp>
        <p:nvSpPr>
          <p:cNvPr id="24" name="Picture Placeholder 6">
            <a:extLst>
              <a:ext uri="{FF2B5EF4-FFF2-40B4-BE49-F238E27FC236}">
                <a16:creationId xmlns:a16="http://schemas.microsoft.com/office/drawing/2014/main" xmlns="" id="{B3FA79AB-3280-3942-8811-1F447CF932F4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6482635" y="2192171"/>
            <a:ext cx="1858845" cy="1858845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defRPr sz="1100" b="0" i="0">
                <a:latin typeface="+mn-lt"/>
              </a:defRPr>
            </a:lvl1pPr>
          </a:lstStyle>
          <a:p>
            <a:r>
              <a:rPr lang="en-AU" dirty="0"/>
              <a:t>Insert picture here</a:t>
            </a:r>
          </a:p>
        </p:txBody>
      </p:sp>
      <p:sp>
        <p:nvSpPr>
          <p:cNvPr id="27" name="Picture Placeholder 6">
            <a:extLst>
              <a:ext uri="{FF2B5EF4-FFF2-40B4-BE49-F238E27FC236}">
                <a16:creationId xmlns:a16="http://schemas.microsoft.com/office/drawing/2014/main" xmlns="" id="{F226A25B-26CF-1C41-961E-12B3F363E009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9150007" y="2192171"/>
            <a:ext cx="1858845" cy="1858845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defRPr sz="1100" b="0" i="0">
                <a:latin typeface="+mn-lt"/>
              </a:defRPr>
            </a:lvl1pPr>
          </a:lstStyle>
          <a:p>
            <a:r>
              <a:rPr lang="en-AU" dirty="0"/>
              <a:t>Insert picture here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xmlns="" id="{06B7DA53-39E1-40DB-8E3D-AC55EE3B9D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xmlns="" id="{29D22D92-75BB-4297-B843-557296E6CB8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xmlns="" id="{E4BED6B8-7C00-4120-ABBA-D82093551AC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2" name="Text Placeholder 41">
            <a:extLst>
              <a:ext uri="{FF2B5EF4-FFF2-40B4-BE49-F238E27FC236}">
                <a16:creationId xmlns:a16="http://schemas.microsoft.com/office/drawing/2014/main" xmlns="" id="{7E68CA9F-EC78-418D-9A6B-0239F68A44BC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89295" y="4165807"/>
            <a:ext cx="2187251" cy="1379271"/>
          </a:xfrm>
        </p:spPr>
        <p:txBody>
          <a:bodyPr wrap="square">
            <a:norm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600" b="1" i="0">
                <a:solidFill>
                  <a:schemeClr val="tx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</a:p>
          <a:p>
            <a:pPr lvl="1"/>
            <a:r>
              <a:rPr lang="en-US"/>
              <a:t>Job title here</a:t>
            </a:r>
          </a:p>
        </p:txBody>
      </p:sp>
      <p:sp>
        <p:nvSpPr>
          <p:cNvPr id="33" name="Text Placeholder 41">
            <a:extLst>
              <a:ext uri="{FF2B5EF4-FFF2-40B4-BE49-F238E27FC236}">
                <a16:creationId xmlns:a16="http://schemas.microsoft.com/office/drawing/2014/main" xmlns="" id="{9FBF1373-D4D2-4CA6-A203-BB25B6AE2313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656667" y="4165807"/>
            <a:ext cx="2187251" cy="1379271"/>
          </a:xfrm>
        </p:spPr>
        <p:txBody>
          <a:bodyPr wrap="square">
            <a:norm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600" b="1" i="0">
                <a:solidFill>
                  <a:schemeClr val="tx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</a:p>
          <a:p>
            <a:pPr lvl="1"/>
            <a:r>
              <a:rPr lang="en-US"/>
              <a:t>Job title here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xmlns="" id="{E87B3F04-4595-45EE-8C80-2D66D058FFB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24039" y="4165807"/>
            <a:ext cx="2187251" cy="1379271"/>
          </a:xfrm>
        </p:spPr>
        <p:txBody>
          <a:bodyPr wrap="square">
            <a:norm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600" b="1" i="0">
                <a:solidFill>
                  <a:schemeClr val="tx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</a:p>
          <a:p>
            <a:pPr lvl="1"/>
            <a:r>
              <a:rPr lang="en-US"/>
              <a:t>Job title here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xmlns="" id="{FAFD4B38-A351-4DBA-B2B5-067F273948E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991412" y="4165807"/>
            <a:ext cx="2187251" cy="1379271"/>
          </a:xfrm>
        </p:spPr>
        <p:txBody>
          <a:bodyPr wrap="square">
            <a:norm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600" b="1" i="0">
                <a:solidFill>
                  <a:schemeClr val="tx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</a:p>
          <a:p>
            <a:pPr lvl="1"/>
            <a:r>
              <a:rPr lang="en-US"/>
              <a:t>Job title here</a:t>
            </a:r>
          </a:p>
        </p:txBody>
      </p:sp>
    </p:spTree>
    <p:extLst>
      <p:ext uri="{BB962C8B-B14F-4D97-AF65-F5344CB8AC3E}">
        <p14:creationId xmlns:p14="http://schemas.microsoft.com/office/powerpoint/2010/main" val="4123792965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and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6">
            <a:extLst>
              <a:ext uri="{FF2B5EF4-FFF2-40B4-BE49-F238E27FC236}">
                <a16:creationId xmlns:a16="http://schemas.microsoft.com/office/drawing/2014/main" xmlns="" id="{A5F06FFC-7F24-4240-9C48-7066B776C94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xmlns="" id="{0FCF244E-2D87-4DAB-B529-36E1AA8CB99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xmlns="" id="{06D6E342-7CEB-4142-85CE-07746AED56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xmlns="" id="{1DBBD251-FD95-4A5E-9AAB-5656E1085BB7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381000" y="2756647"/>
            <a:ext cx="11430000" cy="3404441"/>
          </a:xfrm>
        </p:spPr>
        <p:txBody>
          <a:bodyPr anchor="ctr">
            <a:normAutofit/>
          </a:bodyPr>
          <a:lstStyle>
            <a:lvl1pPr algn="ctr">
              <a:defRPr sz="1200" b="0">
                <a:latin typeface="+mn-lt"/>
              </a:defRPr>
            </a:lvl1pPr>
          </a:lstStyle>
          <a:p>
            <a:r>
              <a:rPr lang="en-US" dirty="0"/>
              <a:t>Click icon to add table</a:t>
            </a:r>
            <a:endParaRPr lang="en-GB" dirty="0"/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xmlns="" id="{675CFBC7-8550-4627-B678-91E938DCAAF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1000" y="1943955"/>
            <a:ext cx="11430000" cy="631158"/>
          </a:xfr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8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595307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6">
            <a:extLst>
              <a:ext uri="{FF2B5EF4-FFF2-40B4-BE49-F238E27FC236}">
                <a16:creationId xmlns:a16="http://schemas.microsoft.com/office/drawing/2014/main" xmlns="" id="{A5F06FFC-7F24-4240-9C48-7066B776C94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xmlns="" id="{0FCF244E-2D87-4DAB-B529-36E1AA8CB99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xmlns="" id="{06D6E342-7CEB-4142-85CE-07746AED56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xmlns="" id="{1DBBD251-FD95-4A5E-9AAB-5656E1085BB7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381000" y="1364265"/>
            <a:ext cx="11430000" cy="4796823"/>
          </a:xfrm>
        </p:spPr>
        <p:txBody>
          <a:bodyPr anchor="ctr">
            <a:normAutofit/>
          </a:bodyPr>
          <a:lstStyle>
            <a:lvl1pPr algn="ctr">
              <a:defRPr sz="1200" b="0">
                <a:latin typeface="+mn-lt"/>
              </a:defRPr>
            </a:lvl1pPr>
          </a:lstStyle>
          <a:p>
            <a:r>
              <a:rPr lang="en-US" dirty="0"/>
              <a:t>Click icon to add table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9787301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Slide op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cc_MobilityBLACK" hidden="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827" y="541385"/>
            <a:ext cx="3430214" cy="527557"/>
          </a:xfrm>
          <a:prstGeom prst="rect">
            <a:avLst/>
          </a:prstGeom>
        </p:spPr>
      </p:pic>
      <p:pic>
        <p:nvPicPr>
          <p:cNvPr id="13" name="Acc_InteractiveBLACK" hidden="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486" y="551413"/>
            <a:ext cx="3443260" cy="518866"/>
          </a:xfrm>
          <a:prstGeom prst="rect">
            <a:avLst/>
          </a:prstGeom>
        </p:spPr>
      </p:pic>
      <p:pic>
        <p:nvPicPr>
          <p:cNvPr id="14" name="Acc_AnalyticsBLACK" hidden="1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6099" y="541708"/>
            <a:ext cx="3428941" cy="528482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xmlns="" id="{90008FD0-AD04-4958-83B5-7F755546EE8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2021" y="1162878"/>
            <a:ext cx="8318714" cy="3761961"/>
          </a:xfrm>
        </p:spPr>
        <p:txBody>
          <a:bodyPr tIns="0" bIns="0" anchor="b">
            <a:normAutofit/>
          </a:bodyPr>
          <a:lstStyle>
            <a:lvl1pPr algn="l">
              <a:lnSpc>
                <a:spcPct val="75000"/>
              </a:lnSpc>
              <a:defRPr sz="8000" cap="none">
                <a:solidFill>
                  <a:schemeClr val="bg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Section</a:t>
            </a:r>
            <a:br>
              <a:rPr lang="en-US"/>
            </a:br>
            <a:r>
              <a:rPr lang="en-US"/>
              <a:t>Divider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xmlns="" id="{C7A752BD-0233-480F-B3CC-46DD91E932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2020" y="5034169"/>
            <a:ext cx="8318713" cy="1328521"/>
          </a:xfrm>
        </p:spPr>
        <p:txBody>
          <a:bodyPr tIns="0" bIns="0" anchor="t">
            <a:normAutofit/>
          </a:bodyPr>
          <a:lstStyle>
            <a:lvl1pPr algn="l">
              <a:lnSpc>
                <a:spcPct val="90000"/>
              </a:lnSpc>
              <a:defRPr sz="2400" b="0" cap="none">
                <a:solidFill>
                  <a:schemeClr val="bg1"/>
                </a:solidFill>
                <a:latin typeface="+mn-lt"/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92578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 xmlns="">
        <p15:guide id="1" pos="6968">
          <p15:clr>
            <a:srgbClr val="5ACBF0"/>
          </p15:clr>
        </p15:guide>
        <p15:guide id="2" pos="709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ide opt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60BC0154-8F01-45CA-849D-34E3AE00CF0F}"/>
              </a:ext>
            </a:extLst>
          </p:cNvPr>
          <p:cNvGrpSpPr>
            <a:grpSpLocks noChangeAspect="1"/>
          </p:cNvGrpSpPr>
          <p:nvPr/>
        </p:nvGrpSpPr>
        <p:grpSpPr>
          <a:xfrm>
            <a:off x="9554578" y="5833249"/>
            <a:ext cx="2256422" cy="605651"/>
            <a:chOff x="9638475" y="1219200"/>
            <a:chExt cx="1389888" cy="373063"/>
          </a:xfrm>
          <a:effectLst/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xmlns="" id="{BAE479CA-D694-4F45-BD11-38BE36BB33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638475" y="1372165"/>
              <a:ext cx="1389888" cy="220098"/>
            </a:xfrm>
            <a:prstGeom prst="rect">
              <a:avLst/>
            </a:prstGeom>
          </p:spPr>
        </p:pic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xmlns="" id="{86BA3475-6F51-4B12-8741-D94FF0367C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48925" y="1219200"/>
              <a:ext cx="136525" cy="147638"/>
            </a:xfrm>
            <a:custGeom>
              <a:avLst/>
              <a:gdLst>
                <a:gd name="T0" fmla="*/ 0 w 86"/>
                <a:gd name="T1" fmla="*/ 66 h 93"/>
                <a:gd name="T2" fmla="*/ 50 w 86"/>
                <a:gd name="T3" fmla="*/ 47 h 93"/>
                <a:gd name="T4" fmla="*/ 0 w 86"/>
                <a:gd name="T5" fmla="*/ 27 h 93"/>
                <a:gd name="T6" fmla="*/ 0 w 86"/>
                <a:gd name="T7" fmla="*/ 0 h 93"/>
                <a:gd name="T8" fmla="*/ 86 w 86"/>
                <a:gd name="T9" fmla="*/ 35 h 93"/>
                <a:gd name="T10" fmla="*/ 86 w 86"/>
                <a:gd name="T11" fmla="*/ 57 h 93"/>
                <a:gd name="T12" fmla="*/ 0 w 86"/>
                <a:gd name="T13" fmla="*/ 93 h 93"/>
                <a:gd name="T14" fmla="*/ 0 w 86"/>
                <a:gd name="T15" fmla="*/ 6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93">
                  <a:moveTo>
                    <a:pt x="0" y="66"/>
                  </a:moveTo>
                  <a:lnTo>
                    <a:pt x="50" y="47"/>
                  </a:lnTo>
                  <a:lnTo>
                    <a:pt x="0" y="27"/>
                  </a:lnTo>
                  <a:lnTo>
                    <a:pt x="0" y="0"/>
                  </a:lnTo>
                  <a:lnTo>
                    <a:pt x="86" y="35"/>
                  </a:lnTo>
                  <a:lnTo>
                    <a:pt x="86" y="57"/>
                  </a:lnTo>
                  <a:lnTo>
                    <a:pt x="0" y="93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8" name="Text Placeholder 2">
            <a:extLst>
              <a:ext uri="{FF2B5EF4-FFF2-40B4-BE49-F238E27FC236}">
                <a16:creationId xmlns:a16="http://schemas.microsoft.com/office/drawing/2014/main" xmlns="" id="{C91AB612-3710-45D4-9355-B422D880C8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2903537"/>
            <a:ext cx="11430000" cy="969963"/>
          </a:xfrm>
          <a:prstGeom prst="rect">
            <a:avLst/>
          </a:prstGeom>
        </p:spPr>
        <p:txBody>
          <a:bodyPr tIns="0" bIns="0" anchor="ctr">
            <a:normAutofit/>
          </a:bodyPr>
          <a:lstStyle>
            <a:lvl1pPr algn="ctr">
              <a:lnSpc>
                <a:spcPct val="80000"/>
              </a:lnSpc>
              <a:defRPr sz="3600" cap="none">
                <a:solidFill>
                  <a:schemeClr val="bg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Insert title at 36pt, min 30pt</a:t>
            </a:r>
          </a:p>
        </p:txBody>
      </p:sp>
    </p:spTree>
    <p:extLst>
      <p:ext uri="{BB962C8B-B14F-4D97-AF65-F5344CB8AC3E}">
        <p14:creationId xmlns:p14="http://schemas.microsoft.com/office/powerpoint/2010/main" val="200977031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 xmlns="">
        <p15:guide id="1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ith copyr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6">
            <a:extLst>
              <a:ext uri="{FF2B5EF4-FFF2-40B4-BE49-F238E27FC236}">
                <a16:creationId xmlns:a16="http://schemas.microsoft.com/office/drawing/2014/main" xmlns="" id="{0404CCCA-4129-4663-91C0-1D86079B098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xmlns="" id="{F848CCB8-4740-4B43-BCEF-5A546C11952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281575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urple blan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cc_MobilityBLACK" hidden="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827" y="541385"/>
            <a:ext cx="3430214" cy="527557"/>
          </a:xfrm>
          <a:prstGeom prst="rect">
            <a:avLst/>
          </a:prstGeom>
        </p:spPr>
      </p:pic>
      <p:pic>
        <p:nvPicPr>
          <p:cNvPr id="13" name="Acc_InteractiveBLACK" hidden="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486" y="551413"/>
            <a:ext cx="3443260" cy="518866"/>
          </a:xfrm>
          <a:prstGeom prst="rect">
            <a:avLst/>
          </a:prstGeom>
        </p:spPr>
      </p:pic>
      <p:pic>
        <p:nvPicPr>
          <p:cNvPr id="14" name="Acc_AnalyticsBLACK" hidden="1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6099" y="541708"/>
            <a:ext cx="3428941" cy="528482"/>
          </a:xfrm>
          <a:prstGeom prst="rect">
            <a:avLst/>
          </a:prstGeom>
        </p:spPr>
      </p:pic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xmlns="" id="{167B18B3-4437-9A40-B389-7901B78FAAA7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 flipH="1">
            <a:off x="11617001" y="6537474"/>
            <a:ext cx="216084" cy="161888"/>
          </a:xfr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>
              <a:defRPr/>
            </a:pPr>
            <a:fld id="{90CBDC3A-D49F-4631-A8C7-55D59B33E5F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7" name="Footer Placeholder 1">
            <a:extLst>
              <a:ext uri="{FF2B5EF4-FFF2-40B4-BE49-F238E27FC236}">
                <a16:creationId xmlns:a16="http://schemas.microsoft.com/office/drawing/2014/main" xmlns="" id="{77305F73-3F10-4781-AEC1-D21924227102}"/>
              </a:ext>
            </a:extLst>
          </p:cNvPr>
          <p:cNvSpPr txBox="1">
            <a:spLocks/>
          </p:cNvSpPr>
          <p:nvPr/>
        </p:nvSpPr>
        <p:spPr>
          <a:xfrm>
            <a:off x="355739" y="6537399"/>
            <a:ext cx="4141956" cy="161962"/>
          </a:xfrm>
          <a:prstGeom prst="rect">
            <a:avLst/>
          </a:prstGeom>
        </p:spPr>
        <p:txBody>
          <a:bodyPr vert="horz" wrap="square" lIns="0" tIns="60930" rIns="0" bIns="6093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lang="en-US" sz="800" b="0" i="0" kern="1200">
                <a:solidFill>
                  <a:schemeClr val="tx1">
                    <a:alpha val="50000"/>
                  </a:schemeClr>
                </a:solidFill>
                <a:latin typeface="Graphik Regular" panose="020B0503030202060203" pitchFamily="34" charset="77"/>
                <a:ea typeface="Roboto Light" panose="02000000000000000000" pitchFamily="2" charset="0"/>
                <a:cs typeface="Gotham Medium" pitchFamily="2" charset="0"/>
              </a:defRPr>
            </a:lvl1pPr>
            <a:lvl2pPr marL="60944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121888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828328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2437771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3047213" algn="l" defTabSz="12188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3656656" algn="l" defTabSz="12188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4266097" algn="l" defTabSz="12188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4875541" algn="l" defTabSz="12188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en-GB" sz="800" dirty="0">
                <a:solidFill>
                  <a:schemeClr val="bg1">
                    <a:alpha val="50000"/>
                  </a:schemeClr>
                </a:solidFill>
              </a:rPr>
              <a:t>Copyright © 2020 Accenture. All rights reserved.</a:t>
            </a:r>
            <a:endParaRPr lang="en-AU" sz="800" dirty="0">
              <a:solidFill>
                <a:schemeClr val="bg1">
                  <a:alpha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598951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 xmlns="">
        <p15:guide id="1" pos="6968">
          <p15:clr>
            <a:srgbClr val="5ACBF0"/>
          </p15:clr>
        </p15:guide>
        <p15:guide id="2" pos="709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est Master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819F3EA-AEAF-C548-BD0C-AD2545972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DD816B7-92BE-DC41-81A1-B94823C5B24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4488" y="1219200"/>
            <a:ext cx="11510962" cy="4838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DC4E4E6-DE9C-9B41-A230-03A839F777D8}"/>
              </a:ext>
            </a:extLst>
          </p:cNvPr>
          <p:cNvSpPr txBox="1">
            <a:spLocks/>
          </p:cNvSpPr>
          <p:nvPr/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Copyright © 2019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20631652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s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xmlns="" id="{1104290A-1E04-4AF8-82EA-4BADC5747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xmlns="" id="{91C0017E-4521-4295-9033-A405A2FA81F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54226" y="6494041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xmlns="" id="{43EE0978-DC3A-4D86-83BC-C2F42549CA6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xmlns="" id="{74B3D656-7B78-4FFC-881D-DD01CAC5AD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482516"/>
            <a:ext cx="192024" cy="20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1952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vider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cc_MobilityBLACK" hidden="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827" y="541385"/>
            <a:ext cx="3430214" cy="527557"/>
          </a:xfrm>
          <a:prstGeom prst="rect">
            <a:avLst/>
          </a:prstGeom>
        </p:spPr>
      </p:pic>
      <p:pic>
        <p:nvPicPr>
          <p:cNvPr id="13" name="Acc_InteractiveBLACK" hidden="1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486" y="551413"/>
            <a:ext cx="3443260" cy="518866"/>
          </a:xfrm>
          <a:prstGeom prst="rect">
            <a:avLst/>
          </a:prstGeom>
        </p:spPr>
      </p:pic>
      <p:pic>
        <p:nvPicPr>
          <p:cNvPr id="14" name="Acc_AnalyticsBLACK" hidden="1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6099" y="541708"/>
            <a:ext cx="3428941" cy="528482"/>
          </a:xfrm>
          <a:prstGeom prst="rect">
            <a:avLst/>
          </a:prstGeom>
        </p:spPr>
      </p:pic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xmlns="" id="{167B18B3-4437-9A40-B389-7901B78FAAA7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 flipH="1">
            <a:off x="11617001" y="6537474"/>
            <a:ext cx="216084" cy="161888"/>
          </a:xfr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>
              <a:defRPr/>
            </a:pPr>
            <a:fld id="{90CBDC3A-D49F-4631-A8C7-55D59B33E5F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xmlns="" id="{89318202-F5EF-4F94-A2FB-2820022F3F3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54226" y="6494041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bg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pic>
        <p:nvPicPr>
          <p:cNvPr id="8" name="Picture 7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xmlns="" id="{3337CFDD-6A45-4B8B-A44A-81963DA234F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482516"/>
            <a:ext cx="192024" cy="20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701291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pos="6968">
          <p15:clr>
            <a:srgbClr val="5ACBF0"/>
          </p15:clr>
        </p15:guide>
        <p15:guide id="2" pos="709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7056F1F-FA65-4EEB-BDF1-3ABAA12E2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9222" y="240215"/>
            <a:ext cx="10515600" cy="306635"/>
          </a:xfrm>
        </p:spPr>
        <p:txBody>
          <a:bodyPr lIns="0" tIns="0" rIns="0" bIns="0" anchor="t">
            <a:normAutofit/>
          </a:bodyPr>
          <a:lstStyle>
            <a:lvl1pPr>
              <a:defRPr sz="2400">
                <a:solidFill>
                  <a:srgbClr val="33CC33"/>
                </a:solidFill>
                <a:latin typeface="Graphik Black" panose="020B0A0303020206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5318A67-9B80-412E-9A41-C4F91B547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3647" y="6356350"/>
            <a:ext cx="2743200" cy="365125"/>
          </a:xfrm>
        </p:spPr>
        <p:txBody>
          <a:bodyPr/>
          <a:lstStyle/>
          <a:p>
            <a:fld id="{63FC6494-8DB7-494F-83AE-7187FC8A427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495E9138-10C8-4D5C-96AF-BA283019769A}"/>
              </a:ext>
            </a:extLst>
          </p:cNvPr>
          <p:cNvSpPr txBox="1"/>
          <p:nvPr userDrawn="1"/>
        </p:nvSpPr>
        <p:spPr>
          <a:xfrm>
            <a:off x="3470816" y="6629400"/>
            <a:ext cx="5250368" cy="22859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lvl="0" algn="ctr">
              <a:defRPr/>
            </a:pPr>
            <a:r>
              <a:rPr lang="en-US" sz="8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Graphik" panose="020B0503030202060203" pitchFamily="34" charset="0"/>
                <a:cs typeface="Arial" panose="020B0604020202020204" pitchFamily="34" charset="0"/>
              </a:rPr>
              <a:t>Copyright 2022 Accenture. All rights reserved. Accenture Confidential Information. Internal Use Only</a:t>
            </a:r>
            <a:endParaRPr kumimoji="0" lang="en-US" sz="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04CDE97-5B21-4B58-93AF-0B6CCB281B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9075" y="600260"/>
            <a:ext cx="10515600" cy="422275"/>
          </a:xfrm>
        </p:spPr>
        <p:txBody>
          <a:bodyPr vert="horz" lIns="0" tIns="0" rIns="0" bIns="0" rtlCol="0" anchor="t">
            <a:normAutofit/>
          </a:bodyPr>
          <a:lstStyle>
            <a:lvl1pPr>
              <a:defRPr lang="en-US" sz="1600" dirty="0" smtClean="0">
                <a:solidFill>
                  <a:srgbClr val="0070C0"/>
                </a:solidFill>
                <a:latin typeface="Graphik Black" panose="020B0A03030202060203" pitchFamily="34" charset="0"/>
                <a:ea typeface="+mj-ea"/>
                <a:cs typeface="+mj-cs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164606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laybook/Le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FB9DB20E-402F-4429-B44A-BCDD110E2DF6}"/>
              </a:ext>
            </a:extLst>
          </p:cNvPr>
          <p:cNvGrpSpPr/>
          <p:nvPr userDrawn="1"/>
        </p:nvGrpSpPr>
        <p:grpSpPr>
          <a:xfrm>
            <a:off x="1" y="-4488"/>
            <a:ext cx="12191065" cy="6862488"/>
            <a:chOff x="0" y="-3366"/>
            <a:chExt cx="9143299" cy="5146866"/>
          </a:xfrm>
        </p:grpSpPr>
        <p:sp>
          <p:nvSpPr>
            <p:cNvPr id="3" name="Rectangle">
              <a:extLst>
                <a:ext uri="{FF2B5EF4-FFF2-40B4-BE49-F238E27FC236}">
                  <a16:creationId xmlns:a16="http://schemas.microsoft.com/office/drawing/2014/main" xmlns="" id="{C6B6D226-A844-B141-A337-85FFBCFDE485}"/>
                </a:ext>
              </a:extLst>
            </p:cNvPr>
            <p:cNvSpPr/>
            <p:nvPr userDrawn="1"/>
          </p:nvSpPr>
          <p:spPr>
            <a:xfrm>
              <a:off x="0" y="-3366"/>
              <a:ext cx="9143299" cy="5146866"/>
            </a:xfrm>
            <a:prstGeom prst="rect">
              <a:avLst/>
            </a:prstGeom>
            <a:solidFill>
              <a:srgbClr val="F5F7F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l">
                <a:defRPr sz="3200" b="0">
                  <a:solidFill>
                    <a:srgbClr val="5E5E5E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lang="en-US" sz="1600" noProof="0"/>
            </a:p>
          </p:txBody>
        </p:sp>
        <p:sp>
          <p:nvSpPr>
            <p:cNvPr id="4" name="Rectangle">
              <a:extLst>
                <a:ext uri="{FF2B5EF4-FFF2-40B4-BE49-F238E27FC236}">
                  <a16:creationId xmlns:a16="http://schemas.microsoft.com/office/drawing/2014/main" xmlns="" id="{D989BA39-7EC6-294F-AF53-B7142E5CDB12}"/>
                </a:ext>
              </a:extLst>
            </p:cNvPr>
            <p:cNvSpPr/>
            <p:nvPr userDrawn="1"/>
          </p:nvSpPr>
          <p:spPr>
            <a:xfrm>
              <a:off x="189491" y="197168"/>
              <a:ext cx="8794630" cy="4593579"/>
            </a:xfrm>
            <a:prstGeom prst="rect">
              <a:avLst/>
            </a:prstGeom>
            <a:solidFill>
              <a:srgbClr val="FFFFFF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lang="en-US" sz="1600" noProof="0"/>
            </a:p>
          </p:txBody>
        </p:sp>
      </p:grpSp>
      <p:sp>
        <p:nvSpPr>
          <p:cNvPr id="6" name="Copyright Ⓒ 2018 Accenture  All rights reserved">
            <a:extLst>
              <a:ext uri="{FF2B5EF4-FFF2-40B4-BE49-F238E27FC236}">
                <a16:creationId xmlns:a16="http://schemas.microsoft.com/office/drawing/2014/main" xmlns="" id="{8CACBDDE-75CD-C644-9B17-36349A723C74}"/>
              </a:ext>
            </a:extLst>
          </p:cNvPr>
          <p:cNvSpPr txBox="1"/>
          <p:nvPr/>
        </p:nvSpPr>
        <p:spPr>
          <a:xfrm>
            <a:off x="5688980" y="6565842"/>
            <a:ext cx="2324354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numCol="1" anchor="t">
            <a:spAutoFit/>
          </a:bodyPr>
          <a:lstStyle>
            <a:lvl1pPr algn="l" defTabSz="1828800">
              <a:defRPr sz="1600" b="0">
                <a:solidFill>
                  <a:srgbClr val="5E5E5E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r>
              <a:rPr lang="en-US" sz="800" noProof="0" dirty="0"/>
              <a:t>Copyright Ⓒ 2022 Accenture  All rights reserved</a:t>
            </a:r>
          </a:p>
        </p:txBody>
      </p:sp>
      <p:sp>
        <p:nvSpPr>
          <p:cNvPr id="46" name="Textplatzhalter 45">
            <a:extLst>
              <a:ext uri="{FF2B5EF4-FFF2-40B4-BE49-F238E27FC236}">
                <a16:creationId xmlns:a16="http://schemas.microsoft.com/office/drawing/2014/main" xmlns="" id="{C198B9B7-3351-804E-9791-0F86BB11B9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3757" y="515602"/>
            <a:ext cx="5880705" cy="1828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kumimoji="0" lang="en-US" sz="1051" b="0" i="0" u="none" strike="noStrike" cap="none" spc="0" normalizeH="0" baseline="0" dirty="0">
                <a:ln>
                  <a:noFill/>
                </a:ln>
                <a:solidFill>
                  <a:srgbClr val="313131"/>
                </a:solidFill>
                <a:effectLst/>
                <a:uFillTx/>
                <a:latin typeface="Graphik Medium"/>
                <a:ea typeface="Graphik Medium"/>
                <a:cs typeface="Graphik Medium"/>
                <a:sym typeface="Helvetica Neue"/>
              </a:defRPr>
            </a:lvl1pPr>
          </a:lstStyle>
          <a:p>
            <a:endParaRPr lang="en-US" noProof="0"/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xmlns="" id="{8B591B01-1140-A446-97B6-CB7450ED42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758" y="726500"/>
            <a:ext cx="11058137" cy="120115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 dirty="0">
                <a:ln>
                  <a:noFill/>
                </a:ln>
                <a:solidFill>
                  <a:srgbClr val="313131"/>
                </a:solidFill>
                <a:effectLst/>
                <a:uFillTx/>
                <a:latin typeface="Graphik Extralight"/>
                <a:ea typeface="Graphik Extralight"/>
                <a:cs typeface="Graphik Extralight"/>
                <a:sym typeface="Helvetica Neue"/>
              </a:defRPr>
            </a:lvl1pPr>
          </a:lstStyle>
          <a:p>
            <a:endParaRPr lang="en-US" noProof="0" dirty="0"/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xmlns="" id="{74F9075F-C7D3-C945-95B7-DC8B159B600D}"/>
              </a:ext>
            </a:extLst>
          </p:cNvPr>
          <p:cNvSpPr txBox="1"/>
          <p:nvPr userDrawn="1"/>
        </p:nvSpPr>
        <p:spPr>
          <a:xfrm>
            <a:off x="11641895" y="6555881"/>
            <a:ext cx="411480" cy="1744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ctr" defTabSz="4127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62C197D3-294B-0846-B7D0-AC071D2CBE2F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" panose="020B0503030202060203" pitchFamily="34" charset="77"/>
                <a:ea typeface="Helvetica Neue Light"/>
                <a:cs typeface="Helvetica Neue"/>
                <a:sym typeface="Helvetica Neue"/>
              </a:rPr>
              <a:pPr marL="0" marR="0" indent="0" algn="ctr" defTabSz="41274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Graphik" panose="020B0503030202060203" pitchFamily="34" charset="77"/>
              <a:ea typeface="Helvetica Neue Light"/>
              <a:cs typeface="Helvetica Neue"/>
              <a:sym typeface="Helvetica Neue"/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xmlns="" id="{31462AE7-3669-354B-9330-98F8761FD9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6914" y="6465311"/>
            <a:ext cx="733863" cy="314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9733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 xmlns="">
        <p15:guide id="1" orient="horz" pos="1033">
          <p15:clr>
            <a:srgbClr val="FBAE40"/>
          </p15:clr>
        </p15:guide>
        <p15:guide id="2" orient="horz" pos="2938">
          <p15:clr>
            <a:srgbClr val="FBAE40"/>
          </p15:clr>
        </p15:guide>
        <p15:guide id="3" pos="269">
          <p15:clr>
            <a:srgbClr val="FBAE40"/>
          </p15:clr>
        </p15:guide>
        <p15:guide id="4" pos="5499">
          <p15:clr>
            <a:srgbClr val="FBAE40"/>
          </p15:clr>
        </p15:guide>
        <p15:guide id="5" pos="288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s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xmlns="" id="{1104290A-1E04-4AF8-82EA-4BADC5747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36477557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81AFBD-8268-6E4E-B726-58CFB16052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82F82312-3184-8349-A074-E375B37B5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FC512A5-A4BF-F04E-9728-A4BCE2E07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56AAA-2B22-9448-A19B-5118FC26E10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F01ACDA-90AD-DF4E-B1C9-3175F6A31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52C3B2B-4BD8-8B4A-A487-317A72600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C613-4EEB-CC4B-B0A4-9C18D7586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92990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02/09/2026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4694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02/09/2026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86710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02/09/2026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190311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02/09/2026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21140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02/09/2026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92332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02/09/2026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47371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02/09/2026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74625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02/09/2026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35882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02/09/2026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802856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02/09/2026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17269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02/09/2026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465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6">
            <a:extLst>
              <a:ext uri="{FF2B5EF4-FFF2-40B4-BE49-F238E27FC236}">
                <a16:creationId xmlns:a16="http://schemas.microsoft.com/office/drawing/2014/main" xmlns="" id="{DA81FCAA-64D2-4A9C-B16E-9C4E3BB431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29748" y="3813288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xmlns="" id="{03CDC117-35F2-47B2-85B2-29CB8EE7E0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29748" y="4055931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 to go here</a:t>
            </a:r>
            <a:endParaRPr lang="en-GB" dirty="0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xmlns="" id="{00A15EA9-2372-4E06-83C2-1E13AB1FA62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19820" y="3578084"/>
            <a:ext cx="778554" cy="778959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620110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AB47B586-CFEE-4C32-8227-001B5A89C3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key message here</a:t>
            </a:r>
          </a:p>
        </p:txBody>
      </p:sp>
    </p:spTree>
    <p:extLst>
      <p:ext uri="{BB962C8B-B14F-4D97-AF65-F5344CB8AC3E}">
        <p14:creationId xmlns:p14="http://schemas.microsoft.com/office/powerpoint/2010/main" val="3162796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xmlns="" id="{746E4763-F545-C94B-51CE-F4BC514C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69" y="3010439"/>
            <a:ext cx="6793919" cy="1329595"/>
          </a:xfrm>
          <a:prstGeom prst="rect">
            <a:avLst/>
          </a:prstGeom>
        </p:spPr>
        <p:txBody>
          <a:bodyPr anchor="b">
            <a:spAutoFit/>
          </a:bodyPr>
          <a:lstStyle>
            <a:lvl1pPr algn="l">
              <a:lnSpc>
                <a:spcPct val="9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xmlns="" id="{BC002026-094D-D1B0-BDA1-62996F2413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4969" y="4464055"/>
            <a:ext cx="6793919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pic>
        <p:nvPicPr>
          <p:cNvPr id="3" name="accenture" descr="accenture logo">
            <a:extLst>
              <a:ext uri="{FF2B5EF4-FFF2-40B4-BE49-F238E27FC236}">
                <a16:creationId xmlns:a16="http://schemas.microsoft.com/office/drawing/2014/main" xmlns="" id="{FF7A765D-4682-9084-D606-70A59390D7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  <p:sp>
        <p:nvSpPr>
          <p:cNvPr id="18" name="Text Placeholder 16">
            <a:extLst>
              <a:ext uri="{FF2B5EF4-FFF2-40B4-BE49-F238E27FC236}">
                <a16:creationId xmlns:a16="http://schemas.microsoft.com/office/drawing/2014/main" xmlns="" id="{21E81FC3-5B5A-36F1-7992-060E05D477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xmlns="" id="{36108AED-3E3E-1C9D-6AD6-AB28DC8162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</p:spTree>
    <p:extLst>
      <p:ext uri="{BB962C8B-B14F-4D97-AF65-F5344CB8AC3E}">
        <p14:creationId xmlns:p14="http://schemas.microsoft.com/office/powerpoint/2010/main" val="4489203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 xmlns="">
        <p15:guide id="1" orient="horz" pos="1620">
          <p15:clr>
            <a:srgbClr val="C35EA4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xmlns="" id="{131B3895-321B-8CAC-83C2-50F886A2C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951" y="3008948"/>
            <a:ext cx="6795392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xmlns="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71951" y="4475703"/>
            <a:ext cx="6795392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xmlns="" id="{349A45E5-70FE-79EB-8E7A-1A2061B62B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xmlns="" id="{57A6BE55-E9EF-68A2-0448-87EF125B2B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 algn="r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xmlns="" id="{B93529DF-12F1-3D03-117A-86D7C5AD9A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7506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0172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 xmlns="">
        <p15:guide id="1" orient="horz" pos="1620">
          <p15:clr>
            <a:srgbClr val="C35EA4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Song">
    <p:bg>
      <p:bgPr>
        <a:solidFill>
          <a:schemeClr val="tx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xmlns="" id="{2F82E940-E7B0-A119-28B0-041715DCEAF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9" y="-2666263"/>
            <a:ext cx="6857999" cy="1219052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xmlns="" id="{2878D30E-951E-72C4-5535-66637753B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70" y="2952671"/>
            <a:ext cx="8931530" cy="664797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xmlns="" id="{5775FD5F-4D58-7741-C57A-08997F3E1DD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4970" y="3741489"/>
            <a:ext cx="893153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xmlns="" id="{EA105FD1-CA09-BDBB-C408-AB40400DB3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71950" y="5176580"/>
            <a:ext cx="3655291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xmlns="" id="{D266AB3E-F8D9-4648-CDC8-BDA8246735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401494"/>
            <a:ext cx="3655291" cy="184666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BAE43744-0C39-A052-7487-659CA9C80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3638" y="6170081"/>
            <a:ext cx="1514051" cy="180050"/>
          </a:xfrm>
          <a:prstGeom prst="rect">
            <a:avLst/>
          </a:prstGeom>
        </p:spPr>
      </p:pic>
      <p:pic>
        <p:nvPicPr>
          <p:cNvPr id="7" name="accenture" descr="accenture logo">
            <a:extLst>
              <a:ext uri="{FF2B5EF4-FFF2-40B4-BE49-F238E27FC236}">
                <a16:creationId xmlns:a16="http://schemas.microsoft.com/office/drawing/2014/main" xmlns="" id="{145CAD81-7743-A093-B6F5-E98233328E5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869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 xmlns="">
        <p15:guide id="1" orient="horz" pos="1620">
          <p15:clr>
            <a:srgbClr val="C35EA4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ient &amp; acquisition 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 descr="Image placeholder for client logo">
            <a:extLst>
              <a:ext uri="{FF2B5EF4-FFF2-40B4-BE49-F238E27FC236}">
                <a16:creationId xmlns:a16="http://schemas.microsoft.com/office/drawing/2014/main" xmlns="" id="{C5FB3CF4-DD64-BD63-23C6-97F8FC097F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 b="0" i="0">
                <a:solidFill>
                  <a:sysClr val="windowText" lastClr="000000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441759CF-E2D4-0A80-7950-4AF5952D5985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3524589"/>
            <a:ext cx="8813534" cy="66479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xmlns="" id="{71313E0C-79AC-2382-CFF0-C1879E03CA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xmlns="" id="{EF8263C3-A1F7-3492-0FC4-3EB7054D3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xmlns="" id="{36794D19-B699-311B-25DD-C0D60FC788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7" name="accenture" descr="accenture logo">
            <a:extLst>
              <a:ext uri="{FF2B5EF4-FFF2-40B4-BE49-F238E27FC236}">
                <a16:creationId xmlns:a16="http://schemas.microsoft.com/office/drawing/2014/main" xmlns="" id="{B644DD64-75F6-CAA6-3062-5DD0649C1338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p:blipFill>
        <p:spPr>
          <a:xfrm>
            <a:off x="9936000" y="6022800"/>
            <a:ext cx="1044000" cy="27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0974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ient &amp; acquisition cover: gradi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dient">
            <a:extLst>
              <a:ext uri="{FF2B5EF4-FFF2-40B4-BE49-F238E27FC236}">
                <a16:creationId xmlns:a16="http://schemas.microsoft.com/office/drawing/2014/main" xmlns="" id="{50E1CD4C-93E5-0BD5-6237-D39D310F8CC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8" y="-2666262"/>
            <a:ext cx="6857999" cy="1219052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xmlns="" id="{441759CF-E2D4-0A80-7950-4AF5952D5985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2425701"/>
            <a:ext cx="8813534" cy="1763686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xmlns="" id="{71313E0C-79AC-2382-CFF0-C1879E03CA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Picture Placeholder 11" descr="Image placeholder for client logo">
            <a:extLst>
              <a:ext uri="{FF2B5EF4-FFF2-40B4-BE49-F238E27FC236}">
                <a16:creationId xmlns:a16="http://schemas.microsoft.com/office/drawing/2014/main" xmlns="" id="{C5FB3CF4-DD64-BD63-23C6-97F8FC097F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xmlns="" id="{EF8263C3-A1F7-3492-0FC4-3EB7054D3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xmlns="" id="{36794D19-B699-311B-25DD-C0D60FC788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xmlns="" id="{F9A1CCE7-7706-F83F-4541-BDA00F682B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19196" y="6016340"/>
            <a:ext cx="1082581" cy="28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7572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58DFF95F-BC04-BCE4-81EC-25C099CB74A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x-none" sz="240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0" y="2187403"/>
            <a:ext cx="3091443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accent2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xmlns="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xmlns="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xmlns="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xmlns="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xmlns="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xmlns="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xmlns="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xmlns="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xmlns="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xmlns="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xmlns="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xmlns="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xmlns="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xmlns="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xmlns="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xmlns="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xmlns="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xmlns="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xmlns="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xmlns="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xmlns="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xmlns="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xmlns="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xmlns="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xmlns="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xmlns="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xmlns="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xmlns="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xmlns="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xmlns="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xmlns="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xmlns="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xmlns="" id="{D72EABDE-2DC7-B441-8D65-EC926DD10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/>
          <p:nvPr userDrawn="1"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TS_WH">
            <a:extLst>
              <a:ext uri="{FF2B5EF4-FFF2-40B4-BE49-F238E27FC236}">
                <a16:creationId xmlns:a16="http://schemas.microsoft.com/office/drawing/2014/main" xmlns="" id="{042F1CA7-6A9E-5C2F-F3C0-78D6AFD6C70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xmlns="" id="{B01AB161-4BFB-138B-C93C-DFFFE563CF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1600" y="2745679"/>
            <a:ext cx="3091443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 sz="1800"/>
            </a:lvl2pPr>
            <a:lvl3pPr marL="228594">
              <a:buFont typeface="Graphik" panose="020B0604020202020204" pitchFamily="34" charset="0"/>
              <a:buChar char="•"/>
              <a:defRPr sz="1800"/>
            </a:lvl3pPr>
            <a:lvl4pPr marL="457189">
              <a:buFont typeface="Graphik"/>
              <a:buChar char="–"/>
              <a:defRPr sz="1600"/>
            </a:lvl4pPr>
            <a:lvl5pPr marL="685783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xmlns="" id="{95F63345-6C3E-8981-5F6D-DF2B3FF6475C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xmlns="" id="{EA0A3F89-649C-BCA9-F69D-4791BE39CE26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44568034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xmlns="" id="{FA4FF600-954F-A932-EB0A-7C9AF337B5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848" y="2187404"/>
            <a:ext cx="3098568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xmlns="" id="{15D79A3D-AC3D-4EB4-AFB4-D6CEFA4231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9948" y="2745679"/>
            <a:ext cx="3093440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 sz="1800"/>
            </a:lvl2pPr>
            <a:lvl3pPr marL="228594">
              <a:buFont typeface="Graphik" panose="020B0604020202020204" pitchFamily="34" charset="0"/>
              <a:buChar char="•"/>
              <a:defRPr sz="1800"/>
            </a:lvl3pPr>
            <a:lvl4pPr marL="457189">
              <a:buFont typeface="Graphik"/>
              <a:buChar char="–"/>
              <a:defRPr sz="1600"/>
            </a:lvl4pPr>
            <a:lvl5pPr marL="685783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xmlns="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xmlns="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xmlns="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xmlns="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xmlns="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xmlns="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xmlns="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xmlns="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xmlns="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xmlns="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xmlns="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xmlns="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xmlns="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xmlns="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xmlns="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xmlns="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xmlns="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xmlns="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xmlns="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xmlns="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xmlns="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xmlns="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xmlns="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xmlns="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xmlns="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xmlns="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xmlns="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xmlns="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xmlns="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xmlns="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xmlns="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xmlns="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xmlns="" id="{D72EABDE-2DC7-B441-8D65-EC926DD10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/>
          <p:nvPr userDrawn="1"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7581845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1798FE22-CDE6-88FF-ACBC-FD9C36E03D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49" y="1341439"/>
            <a:ext cx="2329381" cy="47879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xmlns="" id="{F7CBA93D-A16D-15A7-59FB-5DA53C303FE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59509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xmlns="" id="{59F85972-AC4E-08A3-B374-8C2AF42D54F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080176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xmlns="" id="{6C21799C-032C-A3F2-FCE9-D7BE2B106CC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406324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solidFill>
                  <a:schemeClr val="tx2"/>
                </a:solidFill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EE563D9-F425-062E-85B6-BFD1ECBB98D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726991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B439FCDF-0209-75C7-EEFD-72F454BE9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xmlns="" id="{56063D68-A744-CDD7-FA67-D2E3EBBCDB1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59508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68764EE2-7F2F-45E2-82F3-AAF71D3EBFB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/>
          <p:nvPr userDrawn="1"/>
        </p:nvCxnSpPr>
        <p:spPr>
          <a:xfrm>
            <a:off x="2562457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3">
            <a:extLst>
              <a:ext uri="{FF2B5EF4-FFF2-40B4-BE49-F238E27FC236}">
                <a16:creationId xmlns:a16="http://schemas.microsoft.com/office/drawing/2014/main" xmlns="" id="{591D4CA2-E2F2-5487-46F9-665130B94BE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80175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xmlns="" id="{3B5359CD-D0A3-6EBD-72CC-C75E6319FD1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/>
          <p:nvPr userDrawn="1"/>
        </p:nvCxnSpPr>
        <p:spPr>
          <a:xfrm>
            <a:off x="4883124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3">
            <a:extLst>
              <a:ext uri="{FF2B5EF4-FFF2-40B4-BE49-F238E27FC236}">
                <a16:creationId xmlns:a16="http://schemas.microsoft.com/office/drawing/2014/main" xmlns="" id="{414973FE-1A5A-4784-BBEF-55CFBBF298D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406323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xmlns="" id="{DEC62542-3EC7-23B4-6810-D7943AD8A25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/>
          <p:nvPr userDrawn="1"/>
        </p:nvCxnSpPr>
        <p:spPr>
          <a:xfrm>
            <a:off x="7209272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3">
            <a:extLst>
              <a:ext uri="{FF2B5EF4-FFF2-40B4-BE49-F238E27FC236}">
                <a16:creationId xmlns:a16="http://schemas.microsoft.com/office/drawing/2014/main" xmlns="" id="{E4DD7065-8DBD-BB8F-6299-198F246266B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726990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xmlns="" id="{678B4AEA-422E-5B9F-1050-B102C345D5C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/>
          <p:nvPr userDrawn="1"/>
        </p:nvCxnSpPr>
        <p:spPr>
          <a:xfrm>
            <a:off x="9529939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32383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497204A-4462-2F62-F226-525C35783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xmlns="" id="{49ACF502-3E74-91C2-B945-4A140A77E48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50" y="1331548"/>
            <a:ext cx="3130551" cy="481230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xmlns="" id="{E6ED4F0B-36A9-C1D2-C829-FDA15A800F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26296" y="139911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xmlns="" id="{E40A9406-C547-1F85-E71D-853495CEBBB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48043" y="139809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xmlns="" id="{F21C5D35-2D9B-01B4-73C2-EF565E27FB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26296" y="237603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xmlns="" id="{C79B9814-F84A-3469-40B8-1C61FBBE11E2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148043" y="237523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xmlns="" id="{731C7DC5-DAD9-9025-120D-FBB8C142A6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26296" y="3350384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xmlns="" id="{DBE139AE-63B6-C2C1-4D09-17C298F69AB6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148043" y="3352372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xmlns="" id="{8EA33AE2-AAF8-CAB9-E244-AD70E24C3E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26296" y="4335521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xmlns="" id="{F7111FC3-B91A-E597-25A2-DCDF58B1DF3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148043" y="432951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xmlns="" id="{8EC9E534-1AD8-73C5-C5AC-15F48DA342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26296" y="5307673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xmlns="" id="{1702F099-923C-04BF-8A6D-959AE146329A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148043" y="530665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</p:spTree>
    <p:extLst>
      <p:ext uri="{BB962C8B-B14F-4D97-AF65-F5344CB8AC3E}">
        <p14:creationId xmlns:p14="http://schemas.microsoft.com/office/powerpoint/2010/main" val="208052121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: gradi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xmlns="" id="{87111667-186F-DD25-9A4B-3608F196AB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xmlns="" id="{2B28B826-EFF3-117E-A205-62F240EBE2CC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3776810"/>
            <a:ext cx="5715000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xmlns="" id="{31547BE7-16A3-D21E-ADAC-48D17CDF30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5219056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xmlns="" id="{56C59DBC-B2E5-1892-B37B-68897D1619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89497" y="2433053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x-none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xmlns="" id="{08C622A3-6AC3-418E-A8AE-75B117754CF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 userDrawn="1"/>
        </p:nvSpPr>
        <p:spPr bwMode="white">
          <a:xfrm>
            <a:off x="10499353" y="5752334"/>
            <a:ext cx="509851" cy="559567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48947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: image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xmlns="" id="{1462BA77-FAF3-D3DC-18C0-2C2257012A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x-none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xmlns="" id="{772726BC-B615-3428-7DAF-2FCAE36D30B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accent2"/>
                </a:solidFill>
                <a:latin typeface="Graphik" panose="020B0503030202060203" pitchFamily="34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xmlns="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6" name="GTS_WH">
            <a:extLst>
              <a:ext uri="{FF2B5EF4-FFF2-40B4-BE49-F238E27FC236}">
                <a16:creationId xmlns:a16="http://schemas.microsoft.com/office/drawing/2014/main" xmlns="" id="{B99510A1-6B22-EF9F-A1BE-64088860C26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" name="copyright">
            <a:extLst>
              <a:ext uri="{FF2B5EF4-FFF2-40B4-BE49-F238E27FC236}">
                <a16:creationId xmlns:a16="http://schemas.microsoft.com/office/drawing/2014/main" xmlns="" id="{3BFEEF07-2489-1DF1-A61D-F05EF6756806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xmlns="" id="{89017E74-C690-EF85-4C2D-25D3ED0FF55F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390880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: image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xmlns="" id="{1F18E800-DE3F-7813-356B-5ABD49133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11" name="Picture Placeholder 18">
            <a:extLst>
              <a:ext uri="{FF2B5EF4-FFF2-40B4-BE49-F238E27FC236}">
                <a16:creationId xmlns:a16="http://schemas.microsoft.com/office/drawing/2014/main" xmlns="" id="{C1C7CFCC-2C79-7017-C82B-A74A2328517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xmlns="" id="{A631764B-7AB2-0534-6571-AAD04310DA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xmlns="" id="{2823CF50-4615-0652-00EC-47F06086B3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76501052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AE215616-27C6-76EE-5488-166BFD01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642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TS_WH">
            <a:extLst>
              <a:ext uri="{FF2B5EF4-FFF2-40B4-BE49-F238E27FC236}">
                <a16:creationId xmlns:a16="http://schemas.microsoft.com/office/drawing/2014/main" xmlns="" id="{5B94EC14-19BD-4059-DC76-FAB415316C6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xmlns="" id="{A7088337-B770-9033-B18E-F20E290B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5404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numbered bullets dark mode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TS_WH">
            <a:extLst>
              <a:ext uri="{FF2B5EF4-FFF2-40B4-BE49-F238E27FC236}">
                <a16:creationId xmlns:a16="http://schemas.microsoft.com/office/drawing/2014/main" xmlns="" id="{5B94EC14-19BD-4059-DC76-FAB415316C6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solidFill>
                <a:schemeClr val="accent5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xmlns="" id="{A7088337-B770-9033-B18E-F20E290B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xmlns="" id="{B399DA3F-4572-D252-06D8-F77FDA3E4F3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xmlns="" id="{6325E3FE-E322-E468-99F4-AB54161673A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x-none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x-none"/>
              <a:t>##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xmlns="" id="{05F341DC-1615-BF26-3E11-E7C93BBCA3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xmlns="" id="{346A6073-19DD-BFEA-265B-416448C27FF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x-none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x-none"/>
              <a:t>##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xmlns="" id="{CC817BB1-741A-B4D2-8998-7808F772A72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xmlns="" id="{81E65BC6-F788-3A86-EAB2-5E9C6AA562A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x-none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x-none"/>
              <a:t>##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xmlns="" id="{78A59011-034B-A4E1-6C3C-7B8CC2C9083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xmlns="" id="{2995DA47-C5B7-57CE-BB2F-D8DF22C66EE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x-none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x-none"/>
              <a:t>##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xmlns="" id="{3791AE70-D198-977B-3194-D99863B9AF2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xmlns="" id="{55334FA3-2E0A-0615-2560-B2DC41B4690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x-none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x-none"/>
              <a:t>##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xmlns="" id="{5F5DE397-D6A0-D7D6-85BF-7FE7AFED826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xmlns="" id="{E93286B5-3D1C-B060-1798-83F5D175BF0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x-none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x-none"/>
              <a:t>##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xmlns="" id="{B84C73AF-390F-770C-CE5B-5193037C14B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xmlns="" id="{C7D3162B-A725-7B11-308B-B829F919CAF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x-none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x-none"/>
              <a:t>##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xmlns="" id="{F1036F6C-1EB0-4671-DED0-7D383AB6A05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xmlns="" id="{0C635698-D554-679D-6A5E-E4E69ABF662E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x-none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x-none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38445449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numbered bullets light mo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AE215616-27C6-76EE-5488-166BFD01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xmlns="" id="{77491F38-EA5D-D7B9-CAB2-157B785C36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xmlns="" id="{62419F48-27CD-9483-1EC7-3FB199CA40D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x-none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x-none"/>
              <a:t>##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xmlns="" id="{08345CBF-50C2-FB65-17ED-3D6DA4271AC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xmlns="" id="{4AFE20C7-1104-B877-56C6-12779547D57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x-none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x-none"/>
              <a:t>##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xmlns="" id="{888AF1FA-5C2F-7A4F-3490-6716382D7C6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xmlns="" id="{270E8484-BCCD-6724-FC4D-BC84FAAE73C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x-none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x-none"/>
              <a:t>##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xmlns="" id="{0F859FF9-60D5-2DBD-4D3D-49BD3A4EC22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xmlns="" id="{698D04DC-A35C-18BC-A09D-06ED6125A3F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x-none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x-none"/>
              <a:t>##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xmlns="" id="{7AC48787-061F-65B7-CA0E-CA985E032C3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xmlns="" id="{40C38646-2C59-7604-F628-AACD4C03C39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x-none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x-none"/>
              <a:t>##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xmlns="" id="{08AF3CEC-3718-6D4C-CF1D-F7582BAC713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xmlns="" id="{9BE62818-1BA0-8973-B3E1-B2AA7A6835E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x-none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x-none"/>
              <a:t>##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xmlns="" id="{11860888-916F-055D-8C9B-DC5AE56B0E7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xmlns="" id="{6C40C10B-9AA5-FB91-4468-195612A4AAB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x-none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x-none"/>
              <a:t>##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xmlns="" id="{E87FBBF5-4C4B-2BA9-7671-182C65D1DBA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xmlns="" id="{E3CD5EEB-45B3-CF04-96A5-62C5367B83C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x-none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x-none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133044225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xmlns="" id="{5E6475EA-05F8-881F-8077-6C5A70245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xmlns="" id="{23D344E3-E54F-25F8-2F2F-980511EB6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2" y="1371601"/>
            <a:ext cx="11077726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Graphik" panose="020B0503030202060203" pitchFamily="34" charset="77"/>
              </a:defRPr>
            </a:lvl1pPr>
            <a:lvl2pPr>
              <a:defRPr sz="1400" b="0" i="0">
                <a:latin typeface="Graphik" panose="020B0503030202060203" pitchFamily="34" charset="77"/>
              </a:defRPr>
            </a:lvl2pPr>
            <a:lvl3pPr>
              <a:defRPr sz="1400" b="0" i="0">
                <a:latin typeface="Graphik" panose="020B0503030202060203" pitchFamily="34" charset="77"/>
              </a:defRPr>
            </a:lvl3pPr>
            <a:lvl4pPr>
              <a:defRPr sz="1050" b="0" i="0">
                <a:latin typeface="Graphik" panose="020B0503030202060203" pitchFamily="34" charset="77"/>
              </a:defRPr>
            </a:lvl4pPr>
            <a:lvl5pPr>
              <a:defRPr sz="105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  <a:lvl7pPr>
              <a:defRPr sz="1100" b="0" i="0">
                <a:latin typeface="Graphik" panose="020B0503030202060203" pitchFamily="34" charset="77"/>
              </a:defRPr>
            </a:lvl7pPr>
            <a:lvl9pPr>
              <a:defRPr sz="11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</p:spTree>
    <p:extLst>
      <p:ext uri="{BB962C8B-B14F-4D97-AF65-F5344CB8AC3E}">
        <p14:creationId xmlns:p14="http://schemas.microsoft.com/office/powerpoint/2010/main" val="202251960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purple">
    <p:bg>
      <p:bgPr>
        <a:solidFill>
          <a:srgbClr val="4500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TS_WH">
            <a:extLst>
              <a:ext uri="{FF2B5EF4-FFF2-40B4-BE49-F238E27FC236}">
                <a16:creationId xmlns:a16="http://schemas.microsoft.com/office/drawing/2014/main" xmlns="" id="{5EFDEB3F-4743-43EA-A121-ED3CB6054C7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xmlns="" id="{72BD5E18-7BA8-5728-2FF2-876642FDAD1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77727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chemeClr val="tx1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chemeClr val="tx1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chemeClr val="tx1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45C11A26-2DA7-C2CB-5CA4-C2226E694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7772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5605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1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xmlns="" id="{198A5B9C-C3DA-AD99-4E28-C97B8A81C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xmlns="" id="{23D344E3-E54F-25F8-2F2F-980511EB6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84673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4" name="GTS_WH">
            <a:extLst>
              <a:ext uri="{FF2B5EF4-FFF2-40B4-BE49-F238E27FC236}">
                <a16:creationId xmlns:a16="http://schemas.microsoft.com/office/drawing/2014/main" xmlns="" id="{7F75177E-60CD-488F-76CA-383DF4BA8EA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9760677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29C6DC0A-3CA3-F5A5-5E70-94036764C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xmlns="" id="{0EC44ACB-E461-9710-1A88-433105BDF5D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xmlns="" id="{E013B68F-B365-32C6-C8B6-66516407E2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Graphik" panose="020B0503030202060203" pitchFamily="34" charset="77"/>
              </a:defRPr>
            </a:lvl1pPr>
            <a:lvl2pPr>
              <a:defRPr sz="1400" b="0" i="0">
                <a:latin typeface="Graphik" panose="020B0503030202060203" pitchFamily="34" charset="77"/>
              </a:defRPr>
            </a:lvl2pPr>
            <a:lvl3pPr>
              <a:defRPr sz="1400" b="0" i="0">
                <a:latin typeface="Graphik" panose="020B0503030202060203" pitchFamily="34" charset="77"/>
              </a:defRPr>
            </a:lvl3pPr>
            <a:lvl4pPr>
              <a:defRPr sz="1050" b="0" i="0">
                <a:latin typeface="Graphik" panose="020B0503030202060203" pitchFamily="34" charset="77"/>
              </a:defRPr>
            </a:lvl4pPr>
            <a:lvl5pPr>
              <a:defRPr sz="105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  <a:lvl7pPr>
              <a:defRPr sz="1100" b="0" i="0">
                <a:latin typeface="Graphik" panose="020B0503030202060203" pitchFamily="34" charset="77"/>
              </a:defRPr>
            </a:lvl7pPr>
            <a:lvl9pPr>
              <a:defRPr sz="11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</p:spTree>
    <p:extLst>
      <p:ext uri="{BB962C8B-B14F-4D97-AF65-F5344CB8AC3E}">
        <p14:creationId xmlns:p14="http://schemas.microsoft.com/office/powerpoint/2010/main" val="546719337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699">
          <p15:clr>
            <a:srgbClr val="547EBF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2">
            <a:extLst>
              <a:ext uri="{FF2B5EF4-FFF2-40B4-BE49-F238E27FC236}">
                <a16:creationId xmlns:a16="http://schemas.microsoft.com/office/drawing/2014/main" xmlns="" id="{DB73B016-14F1-76F3-AF33-93292F228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xmlns="" id="{0C3F8CBC-7C73-A273-514B-A95005E2DFE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xmlns="" id="{E013B68F-B365-32C6-C8B6-66516407E2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4" name="GTS_WH">
            <a:extLst>
              <a:ext uri="{FF2B5EF4-FFF2-40B4-BE49-F238E27FC236}">
                <a16:creationId xmlns:a16="http://schemas.microsoft.com/office/drawing/2014/main" xmlns="" id="{BDF14360-0E2D-7FE6-A174-E8EA0610C68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4471621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699">
          <p15:clr>
            <a:srgbClr val="547EBF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2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xmlns="" id="{48701463-9442-1142-516A-464964799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xmlns="" id="{9917C584-C28F-B584-7B0F-55FA025AE20A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xmlns="" id="{6042C45C-90BD-45D8-3274-EC8F9C34884E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274309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3636527163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2 columns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xmlns="" id="{4ADD1F44-0234-2D57-4413-4FC6C13C9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xmlns="" id="{A3A63DC6-F1D4-F48E-63CC-C7FB269035D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xmlns="" id="{D1F96AC0-D13D-0E71-5754-A36D3204D2C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xmlns="" id="{32746C65-211F-F944-7DC6-636860898795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274309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1976679589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1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xmlns="" id="{2E7AEC39-79BA-E7A3-BBD2-6D1623631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6" y="572600"/>
            <a:ext cx="4958430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xmlns="" id="{76AA3A1C-64F6-5ED3-5870-9290D090DB5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4958430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9" name="Text Placeholder 3a">
            <a:extLst>
              <a:ext uri="{FF2B5EF4-FFF2-40B4-BE49-F238E27FC236}">
                <a16:creationId xmlns:a16="http://schemas.microsoft.com/office/drawing/2014/main" xmlns="" id="{5D9B6009-93F7-0EA3-7688-ED060527BD22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3411" y="2168501"/>
            <a:ext cx="4951564" cy="632327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xmlns="" id="{DD884840-889C-7E2B-A21E-B460E6632A5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2857534"/>
            <a:ext cx="4951564" cy="3247991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xmlns="" id="{B0AA4D52-B7EF-3A7F-8F6B-EE17D2CD81D7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592518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2781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xmlns="" id="{BE54C0EC-61DC-B59E-7818-7970359D5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xmlns="" id="{829CD64B-978B-B166-4177-22D54438A49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xmlns="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4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3a">
            <a:extLst>
              <a:ext uri="{FF2B5EF4-FFF2-40B4-BE49-F238E27FC236}">
                <a16:creationId xmlns:a16="http://schemas.microsoft.com/office/drawing/2014/main" xmlns="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4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xmlns="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61424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xmlns="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408212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xmlns="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408212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3" name="Content Placeholder 7">
            <a:extLst>
              <a:ext uri="{FF2B5EF4-FFF2-40B4-BE49-F238E27FC236}">
                <a16:creationId xmlns:a16="http://schemas.microsoft.com/office/drawing/2014/main" xmlns="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408212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xmlns="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xmlns="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xmlns="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3041270541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2777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xmlns="" id="{ADE0ACE9-87AB-DC33-60CB-7857735C0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10921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xmlns="" id="{96979C23-8BE9-7323-535F-C9F3337F59E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7772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xmlns="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7" y="1844800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xmlns="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7" y="2302000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xmlns="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561427" y="3124961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xmlns="" id="{7B5BFA1F-5247-B9BC-754B-6AAF3E525A0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403235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xmlns="" id="{097F6A55-E927-3DDC-C6BC-9E4F7D33849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3403235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xmlns="" id="{E79F7D08-14C4-9387-451B-BF223111972A}"/>
              </a:ext>
            </a:extLst>
          </p:cNvPr>
          <p:cNvSpPr>
            <a:spLocks noGrp="1"/>
          </p:cNvSpPr>
          <p:nvPr>
            <p:ph sz="half" idx="36" hasCustomPrompt="1"/>
          </p:nvPr>
        </p:nvSpPr>
        <p:spPr>
          <a:xfrm>
            <a:off x="3403235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xmlns="" id="{96A48BF3-8AA9-50DC-49B0-265A2B870BD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6245043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xmlns="" id="{6CA89A9C-8BF9-8CDF-3629-2C1B8ED659B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6245043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xmlns="" id="{AD7E4C39-2249-402B-D65E-2FB4E6A324A7}"/>
              </a:ext>
            </a:extLst>
          </p:cNvPr>
          <p:cNvSpPr>
            <a:spLocks noGrp="1"/>
          </p:cNvSpPr>
          <p:nvPr>
            <p:ph sz="half" idx="39" hasCustomPrompt="1"/>
          </p:nvPr>
        </p:nvSpPr>
        <p:spPr>
          <a:xfrm>
            <a:off x="6245043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xmlns="" id="{DC7DFE68-FFE1-E798-3629-CF0323B2195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9086850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xmlns="" id="{0A5C4BB7-F326-497E-84F9-02B889C225A4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9086850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36" name="Content Placeholder 5">
            <a:extLst>
              <a:ext uri="{FF2B5EF4-FFF2-40B4-BE49-F238E27FC236}">
                <a16:creationId xmlns:a16="http://schemas.microsoft.com/office/drawing/2014/main" xmlns="" id="{D4259B04-F910-6FD9-9F42-BCED33ECAEA9}"/>
              </a:ext>
            </a:extLst>
          </p:cNvPr>
          <p:cNvSpPr>
            <a:spLocks noGrp="1"/>
          </p:cNvSpPr>
          <p:nvPr>
            <p:ph sz="half" idx="42" hasCustomPrompt="1"/>
          </p:nvPr>
        </p:nvSpPr>
        <p:spPr>
          <a:xfrm>
            <a:off x="9086850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 </a:t>
            </a:r>
          </a:p>
        </p:txBody>
      </p:sp>
    </p:spTree>
    <p:extLst>
      <p:ext uri="{BB962C8B-B14F-4D97-AF65-F5344CB8AC3E}">
        <p14:creationId xmlns:p14="http://schemas.microsoft.com/office/powerpoint/2010/main" val="3626589434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2775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2C0743A-ADC6-831B-B51D-02359B5DA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x-none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EE89688D-4CDD-6E55-2855-3448FFAECBE1}"/>
              </a:ext>
            </a:extLst>
          </p:cNvPr>
          <p:cNvCxnSpPr>
            <a:cxnSpLocks/>
          </p:cNvCxnSpPr>
          <p:nvPr userDrawn="1"/>
        </p:nvCxnSpPr>
        <p:spPr>
          <a:xfrm>
            <a:off x="550863" y="2386126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03AD4217-E551-509C-58B9-B95944CCB63E}"/>
              </a:ext>
            </a:extLst>
          </p:cNvPr>
          <p:cNvCxnSpPr>
            <a:cxnSpLocks/>
          </p:cNvCxnSpPr>
          <p:nvPr userDrawn="1"/>
        </p:nvCxnSpPr>
        <p:spPr>
          <a:xfrm>
            <a:off x="550863" y="3393857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3">
            <a:extLst>
              <a:ext uri="{FF2B5EF4-FFF2-40B4-BE49-F238E27FC236}">
                <a16:creationId xmlns:a16="http://schemas.microsoft.com/office/drawing/2014/main" xmlns="" id="{13E1FBEF-5FF1-E9BB-F6B9-7326BB5CB80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4958430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8" name="Text Placeholder 3a">
            <a:extLst>
              <a:ext uri="{FF2B5EF4-FFF2-40B4-BE49-F238E27FC236}">
                <a16:creationId xmlns:a16="http://schemas.microsoft.com/office/drawing/2014/main" xmlns="" id="{B9824907-86E3-1531-50ED-112E1C8CF38B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3411" y="252785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xmlns="" id="{F08F731E-CEF1-4878-3FD0-FAD6C27FD39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43153" y="252528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x-none"/>
          </a:p>
        </p:txBody>
      </p:sp>
      <p:sp>
        <p:nvSpPr>
          <p:cNvPr id="50" name="Text Placeholder 3a">
            <a:extLst>
              <a:ext uri="{FF2B5EF4-FFF2-40B4-BE49-F238E27FC236}">
                <a16:creationId xmlns:a16="http://schemas.microsoft.com/office/drawing/2014/main" xmlns="" id="{26505188-6359-30FA-BD41-1EE3AE7460F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9948122" y="252785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52" name="Text Placeholder 3a">
            <a:extLst>
              <a:ext uri="{FF2B5EF4-FFF2-40B4-BE49-F238E27FC236}">
                <a16:creationId xmlns:a16="http://schemas.microsoft.com/office/drawing/2014/main" xmlns="" id="{2F8B0EA0-CACA-263A-C93F-CBC13D1410B5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75960" y="354110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xmlns="" id="{6C42FCDB-4459-39E5-63C4-5DCECB1F820C}"/>
              </a:ext>
            </a:extLst>
          </p:cNvPr>
          <p:cNvCxnSpPr>
            <a:cxnSpLocks/>
          </p:cNvCxnSpPr>
          <p:nvPr userDrawn="1"/>
        </p:nvCxnSpPr>
        <p:spPr>
          <a:xfrm>
            <a:off x="563412" y="4412630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Placeholder 47">
            <a:extLst>
              <a:ext uri="{FF2B5EF4-FFF2-40B4-BE49-F238E27FC236}">
                <a16:creationId xmlns:a16="http://schemas.microsoft.com/office/drawing/2014/main" xmlns="" id="{D9BC5705-EC9D-D2BB-D13E-6DCF41A2CFB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55702" y="353853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x-none"/>
          </a:p>
        </p:txBody>
      </p:sp>
      <p:sp>
        <p:nvSpPr>
          <p:cNvPr id="55" name="Text Placeholder 3a">
            <a:extLst>
              <a:ext uri="{FF2B5EF4-FFF2-40B4-BE49-F238E27FC236}">
                <a16:creationId xmlns:a16="http://schemas.microsoft.com/office/drawing/2014/main" xmlns="" id="{63F87C57-352F-9F6B-1FEC-F82F24A89FD5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9960671" y="354110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xmlns="" id="{7691468D-335A-5F09-ECAE-A20FF3432172}"/>
              </a:ext>
            </a:extLst>
          </p:cNvPr>
          <p:cNvCxnSpPr>
            <a:cxnSpLocks/>
          </p:cNvCxnSpPr>
          <p:nvPr userDrawn="1"/>
        </p:nvCxnSpPr>
        <p:spPr>
          <a:xfrm>
            <a:off x="563411" y="5409319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3a">
            <a:extLst>
              <a:ext uri="{FF2B5EF4-FFF2-40B4-BE49-F238E27FC236}">
                <a16:creationId xmlns:a16="http://schemas.microsoft.com/office/drawing/2014/main" xmlns="" id="{6A205F7E-A1D0-35BC-AC88-4EDB1ABA180C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75959" y="454332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0" name="Text Placeholder 47">
            <a:extLst>
              <a:ext uri="{FF2B5EF4-FFF2-40B4-BE49-F238E27FC236}">
                <a16:creationId xmlns:a16="http://schemas.microsoft.com/office/drawing/2014/main" xmlns="" id="{976843C5-C03A-A8D3-E5FA-0F07BFBDD7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55701" y="454074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x-none"/>
          </a:p>
        </p:txBody>
      </p:sp>
      <p:sp>
        <p:nvSpPr>
          <p:cNvPr id="61" name="Text Placeholder 3a">
            <a:extLst>
              <a:ext uri="{FF2B5EF4-FFF2-40B4-BE49-F238E27FC236}">
                <a16:creationId xmlns:a16="http://schemas.microsoft.com/office/drawing/2014/main" xmlns="" id="{99F72155-DC8E-FD59-347A-8E42F7539245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9960670" y="454332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2" name="Text Placeholder 3a">
            <a:extLst>
              <a:ext uri="{FF2B5EF4-FFF2-40B4-BE49-F238E27FC236}">
                <a16:creationId xmlns:a16="http://schemas.microsoft.com/office/drawing/2014/main" xmlns="" id="{46463B47-CA2F-FBD9-29CC-24F465D0AE42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588508" y="555657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4" name="Text Placeholder 47">
            <a:extLst>
              <a:ext uri="{FF2B5EF4-FFF2-40B4-BE49-F238E27FC236}">
                <a16:creationId xmlns:a16="http://schemas.microsoft.com/office/drawing/2014/main" xmlns="" id="{AE0584A6-3ABE-9106-5EC5-8BBE05F01F0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768250" y="555399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x-none"/>
          </a:p>
        </p:txBody>
      </p:sp>
      <p:sp>
        <p:nvSpPr>
          <p:cNvPr id="65" name="Text Placeholder 3a">
            <a:extLst>
              <a:ext uri="{FF2B5EF4-FFF2-40B4-BE49-F238E27FC236}">
                <a16:creationId xmlns:a16="http://schemas.microsoft.com/office/drawing/2014/main" xmlns="" id="{670F6FAD-5A3C-11EB-6E81-8B16B52F81EF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973219" y="555657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26044672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pli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7CADDCEF-8841-4D73-EAEB-25E159BD364A}"/>
              </a:ext>
            </a:extLst>
          </p:cNvPr>
          <p:cNvSpPr/>
          <p:nvPr userDrawn="1"/>
        </p:nvSpPr>
        <p:spPr>
          <a:xfrm>
            <a:off x="0" y="0"/>
            <a:ext cx="4876801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xmlns="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8" y="572600"/>
            <a:ext cx="3984536" cy="78790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xmlns="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55048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accent2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xmlns="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598336"/>
            <a:ext cx="3148429" cy="3512832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x-none"/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xmlns="" id="{CE15062E-1BE5-ECEF-BF47-4CDD412B3BA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89597605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3249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lis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3">
            <a:extLst>
              <a:ext uri="{FF2B5EF4-FFF2-40B4-BE49-F238E27FC236}">
                <a16:creationId xmlns:a16="http://schemas.microsoft.com/office/drawing/2014/main" xmlns="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7" y="3998977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xmlns="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7" y="4456176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85B306C-DA4C-EE64-1727-749659F0A7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3411" y="2472896"/>
            <a:ext cx="517160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lang="en-US" sz="18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marL="0" lvl="0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xmlns="" id="{7B5BFA1F-5247-B9BC-754B-6AAF3E525A0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2843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xmlns="" id="{097F6A55-E927-3DDC-C6BC-9E4F7D33849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2843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xmlns="" id="{96A48BF3-8AA9-50DC-49B0-265A2B870BD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5118171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xmlns="" id="{6CA89A9C-8BF9-8CDF-3629-2C1B8ED659B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5125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xmlns="" id="{DC7DFE68-FFE1-E798-3629-CF0323B2195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7407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xmlns="" id="{0A5C4BB7-F326-497E-84F9-02B889C225A4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7407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2A8000A6-6DCD-FF31-392B-5CD7870A0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568" y="1515429"/>
            <a:ext cx="5175672" cy="886396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xmlns="" id="{5783FD05-DB3B-FD57-46A5-ACA36397CBF3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692901" y="0"/>
            <a:ext cx="5499100" cy="3429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xmlns="" id="{636E3600-1199-1547-D313-449C38319BD9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9689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xmlns="" id="{3D84B231-1D63-35B5-7ECE-7094A7C3BD42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9689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895925855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2775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xt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7CADDCEF-8841-4D73-EAEB-25E159BD364A}"/>
              </a:ext>
            </a:extLst>
          </p:cNvPr>
          <p:cNvSpPr/>
          <p:nvPr userDrawn="1"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xmlns="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757704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xmlns="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x-none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xmlns="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7" name="Text Placeholder 47">
            <a:extLst>
              <a:ext uri="{FF2B5EF4-FFF2-40B4-BE49-F238E27FC236}">
                <a16:creationId xmlns:a16="http://schemas.microsoft.com/office/drawing/2014/main" xmlns="" id="{8ED52606-50DB-73E6-95EA-D88B274B22C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5240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x-none"/>
          </a:p>
        </p:txBody>
      </p:sp>
      <p:sp>
        <p:nvSpPr>
          <p:cNvPr id="18" name="Text Placeholder 3a">
            <a:extLst>
              <a:ext uri="{FF2B5EF4-FFF2-40B4-BE49-F238E27FC236}">
                <a16:creationId xmlns:a16="http://schemas.microsoft.com/office/drawing/2014/main" xmlns="" id="{AA248D68-4226-2C8B-DAF1-EBBE3A60A940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135240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xmlns="" id="{1BFF566D-EEFC-0454-54B0-66CBAB8DA700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xmlns="" id="{B0F19C31-6554-B271-0340-EE09C970123A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55828541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3249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1 column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4">
            <a:extLst>
              <a:ext uri="{FF2B5EF4-FFF2-40B4-BE49-F238E27FC236}">
                <a16:creationId xmlns:a16="http://schemas.microsoft.com/office/drawing/2014/main" xmlns="" id="{9917C584-C28F-B584-7B0F-55FA025AE20A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871331"/>
            <a:ext cx="6898434" cy="4258007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7CADDCEF-8841-4D73-EAEB-25E159BD364A}"/>
              </a:ext>
            </a:extLst>
          </p:cNvPr>
          <p:cNvSpPr/>
          <p:nvPr userDrawn="1"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xmlns="" id="{5D3D732C-3732-CD02-EAC3-668BD05D5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898434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47">
            <a:extLst>
              <a:ext uri="{FF2B5EF4-FFF2-40B4-BE49-F238E27FC236}">
                <a16:creationId xmlns:a16="http://schemas.microsoft.com/office/drawing/2014/main" xmlns="" id="{48660C5F-04AB-D437-8D1D-398DD42B665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92709" y="2254789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x-none"/>
          </a:p>
        </p:txBody>
      </p:sp>
      <p:sp>
        <p:nvSpPr>
          <p:cNvPr id="9" name="Text Placeholder 47">
            <a:extLst>
              <a:ext uri="{FF2B5EF4-FFF2-40B4-BE49-F238E27FC236}">
                <a16:creationId xmlns:a16="http://schemas.microsoft.com/office/drawing/2014/main" xmlns="" id="{87445057-4F7B-3130-60F5-D78783A2220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492709" y="3223267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x-none"/>
          </a:p>
        </p:txBody>
      </p:sp>
      <p:sp>
        <p:nvSpPr>
          <p:cNvPr id="10" name="Text Placeholder 47">
            <a:extLst>
              <a:ext uri="{FF2B5EF4-FFF2-40B4-BE49-F238E27FC236}">
                <a16:creationId xmlns:a16="http://schemas.microsoft.com/office/drawing/2014/main" xmlns="" id="{7153D109-A742-E656-63F7-1203E6EBAA1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92709" y="4191745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x-none"/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xmlns="" id="{C773503D-16B0-06FF-353B-F4C73BE165A6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11" name="slide number automatic">
            <a:extLst>
              <a:ext uri="{FF2B5EF4-FFF2-40B4-BE49-F238E27FC236}">
                <a16:creationId xmlns:a16="http://schemas.microsoft.com/office/drawing/2014/main" xmlns="" id="{922D4837-A73E-8289-1E8F-AD0D5C3080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92450881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white mo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xmlns="" id="{85F087B1-CDA4-427D-C33A-06F752C0B04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1A550722-1BF3-D08F-D5F2-F357EE4FD5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3033307"/>
            <a:ext cx="4489017" cy="398699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tx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</p:spTree>
    <p:extLst>
      <p:ext uri="{BB962C8B-B14F-4D97-AF65-F5344CB8AC3E}">
        <p14:creationId xmlns:p14="http://schemas.microsoft.com/office/powerpoint/2010/main" val="112322202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xmlns="" id="{85F087B1-CDA4-427D-C33A-06F752C0B04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xmlns="" id="{8DE35BA1-021B-C8B8-EEDE-464FB3F9F46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D0BE08F-518C-6621-8CFD-4A6B4150BC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244185"/>
            <a:ext cx="4489017" cy="397694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xmlns="" id="{CDD1F25F-57C8-B39C-4928-D5758551C5BE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xmlns="" id="{65E3D15D-8C37-9915-8ED3-632625C6F4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91205097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xmlns="" id="{A383F73A-0DDB-6544-ADBF-6FC2D5357A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C176B75E-8527-3123-1BF5-5C5B849F38C1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xmlns="" id="{8DE35BA1-021B-C8B8-EEDE-464FB3F9F46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xmlns="" id="{9A332159-0514-2C2D-4B40-662BCE968BE7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xmlns="" id="{2250694F-F294-16BF-824E-C65B31D7824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B7292A3-796A-5092-2636-A42C4142BA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319135"/>
            <a:ext cx="4489017" cy="382704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</p:spTree>
    <p:extLst>
      <p:ext uri="{BB962C8B-B14F-4D97-AF65-F5344CB8AC3E}">
        <p14:creationId xmlns:p14="http://schemas.microsoft.com/office/powerpoint/2010/main" val="2272842032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2838703"/>
            <a:ext cx="5098087" cy="787908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3" name="Picture Placeholder 18">
            <a:extLst>
              <a:ext uri="{FF2B5EF4-FFF2-40B4-BE49-F238E27FC236}">
                <a16:creationId xmlns:a16="http://schemas.microsoft.com/office/drawing/2014/main" xmlns="" id="{65F763E4-6449-FB61-1EC3-49C208D39C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181315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pos="3840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xmlns="" id="{9BD1E420-1BB8-094F-77D8-F027430B17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9" name="GTS_WH">
            <a:extLst>
              <a:ext uri="{FF2B5EF4-FFF2-40B4-BE49-F238E27FC236}">
                <a16:creationId xmlns:a16="http://schemas.microsoft.com/office/drawing/2014/main" xmlns="" id="{8DE35BA1-021B-C8B8-EEDE-464FB3F9F46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xmlns="" id="{9AA3B26C-CA7F-B4DF-EE34-75C3462C65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xmlns="" id="{8D5BD53D-6FAE-CF38-36EC-5B6A69250BA2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xmlns="" id="{60F9A526-39EE-8272-4753-D784C27C5191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5761EBD1-EAAC-E1FA-6310-1DCDC89C84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2005263"/>
            <a:ext cx="5098087" cy="2454788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</p:spTree>
    <p:extLst>
      <p:ext uri="{BB962C8B-B14F-4D97-AF65-F5344CB8AC3E}">
        <p14:creationId xmlns:p14="http://schemas.microsoft.com/office/powerpoint/2010/main" val="2145526212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right">
            <a:extLst>
              <a:ext uri="{FF2B5EF4-FFF2-40B4-BE49-F238E27FC236}">
                <a16:creationId xmlns:a16="http://schemas.microsoft.com/office/drawing/2014/main" xmlns="" id="{54E44863-5E53-DDCD-5FA5-173816802E74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8" name="slide number automatic">
            <a:extLst>
              <a:ext uri="{FF2B5EF4-FFF2-40B4-BE49-F238E27FC236}">
                <a16:creationId xmlns:a16="http://schemas.microsoft.com/office/drawing/2014/main" xmlns="" id="{4F03B290-6E83-1A46-D0DD-7EDFE2CF4967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xmlns="" id="{8DE35BA1-021B-C8B8-EEDE-464FB3F9F46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xmlns="" id="{639540C7-90CF-ACE6-34AE-174CDEB461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1941095"/>
            <a:ext cx="5098087" cy="2583124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5" name="Picture Placeholder 18">
            <a:extLst>
              <a:ext uri="{FF2B5EF4-FFF2-40B4-BE49-F238E27FC236}">
                <a16:creationId xmlns:a16="http://schemas.microsoft.com/office/drawing/2014/main" xmlns="" id="{0E1008B6-7792-F7C1-448D-E26EBA7F66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144931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xmlns="" id="{B9538720-5D87-005C-9D54-D7F07F69BE61}"/>
              </a:ext>
            </a:extLst>
          </p:cNvPr>
          <p:cNvSpPr txBox="1">
            <a:spLocks/>
          </p:cNvSpPr>
          <p:nvPr userDrawn="1"/>
        </p:nvSpPr>
        <p:spPr>
          <a:xfrm>
            <a:off x="7315200" y="6384001"/>
            <a:ext cx="41148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594">
              <a:spcAft>
                <a:spcPts val="1200"/>
              </a:spcAft>
              <a:defRPr/>
            </a:pPr>
            <a:r>
              <a:rPr lang="en-US" sz="800" b="0" i="0">
                <a:solidFill>
                  <a:schemeClr val="bg1"/>
                </a:solidFill>
                <a:latin typeface="Graphik" panose="020B0503030202060203" pitchFamily="34" charset="77"/>
              </a:rPr>
              <a:t>Copyright © 2025 Accenture. All rights reserved.</a:t>
            </a:r>
          </a:p>
        </p:txBody>
      </p:sp>
      <p:sp>
        <p:nvSpPr>
          <p:cNvPr id="8" name="Slide number automatic">
            <a:extLst>
              <a:ext uri="{FF2B5EF4-FFF2-40B4-BE49-F238E27FC236}">
                <a16:creationId xmlns:a16="http://schemas.microsoft.com/office/drawing/2014/main" xmlns="" id="{4FE121F1-B169-11A8-1F63-C705FECD0AAA}"/>
              </a:ext>
            </a:extLst>
          </p:cNvPr>
          <p:cNvSpPr txBox="1">
            <a:spLocks/>
          </p:cNvSpPr>
          <p:nvPr userDrawn="1"/>
        </p:nvSpPr>
        <p:spPr>
          <a:xfrm>
            <a:off x="11484000" y="6384001"/>
            <a:ext cx="3276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914377" rtl="0" eaLnBrk="1" latinLnBrk="0" hangingPunct="1">
              <a:spcAft>
                <a:spcPts val="1200"/>
              </a:spcAft>
              <a:defRPr/>
            </a:pPr>
            <a:fld id="{73F1C454-A9D8-014C-8BFC-BAC2D203B5DF}" type="slidenum">
              <a:rPr lang="en-US" sz="800" b="0" i="0" kern="120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rPr>
              <a:pPr marL="0" algn="r" defTabSz="914377" rtl="0" eaLnBrk="1" latinLnBrk="0" hangingPunct="1">
                <a:spcAft>
                  <a:spcPts val="1200"/>
                </a:spcAft>
                <a:defRPr/>
              </a:pPr>
              <a:t>‹#›</a:t>
            </a:fld>
            <a:endParaRPr lang="en-US" sz="800" b="0" i="0" kern="1200">
              <a:solidFill>
                <a:schemeClr val="bg1"/>
              </a:solidFill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7274A5B-9D05-0703-63C7-382088724F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3179796"/>
            <a:ext cx="7200000" cy="498406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rgbClr val="000000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</a:p>
        </p:txBody>
      </p:sp>
    </p:spTree>
    <p:extLst>
      <p:ext uri="{BB962C8B-B14F-4D97-AF65-F5344CB8AC3E}">
        <p14:creationId xmlns:p14="http://schemas.microsoft.com/office/powerpoint/2010/main" val="11438017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 xmlns="">
        <p15:guide id="1" orient="horz" pos="1620">
          <p15:clr>
            <a:srgbClr val="C35EA4"/>
          </p15:clr>
        </p15:guide>
        <p15:guide id="2" pos="2880">
          <p15:clr>
            <a:srgbClr val="C35EA4"/>
          </p15:clr>
        </p15:guide>
        <p15:guide id="3" orient="horz" pos="2707">
          <p15:clr>
            <a:srgbClr val="C35EA4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4E36F867-B36A-BD05-3724-F673E9B7FF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2037347"/>
            <a:ext cx="7200000" cy="2783304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chemeClr val="tx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xmlns="" id="{EEB57D04-C7D4-5631-C9F1-4248B61F9522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xmlns="" id="{6D94838E-FC9B-7D11-0B27-05F3B48DF76D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  <p:sp>
        <p:nvSpPr>
          <p:cNvPr id="2" name="GTS_WH">
            <a:extLst>
              <a:ext uri="{FF2B5EF4-FFF2-40B4-BE49-F238E27FC236}">
                <a16:creationId xmlns:a16="http://schemas.microsoft.com/office/drawing/2014/main" xmlns="" id="{881075DF-C9D3-AF39-7015-D15BA74DC07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52469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xmlns="" id="{C386F6A9-4F1A-3944-E7D3-E26B3E55A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B34D946-575C-A63A-1F36-F73012F28CC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xmlns="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341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xmlns="" id="{4122B155-BA05-874A-7587-FD87E46FA21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341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9" name="Picture Placeholder 4">
            <a:extLst>
              <a:ext uri="{FF2B5EF4-FFF2-40B4-BE49-F238E27FC236}">
                <a16:creationId xmlns:a16="http://schemas.microsoft.com/office/drawing/2014/main" xmlns="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92543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51530D0-8A8F-68C0-4E3A-39EE60F2A54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92543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Picture Placeholder 6">
            <a:extLst>
              <a:ext uri="{FF2B5EF4-FFF2-40B4-BE49-F238E27FC236}">
                <a16:creationId xmlns:a16="http://schemas.microsoft.com/office/drawing/2014/main" xmlns="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28745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xmlns="" id="{B220583F-078A-E528-E802-2F888AD1F0C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8745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xmlns="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64947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xmlns="" id="{154AA6FC-4B12-B058-1F73-83023D3E1DF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64947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xmlns="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011492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xmlns="" id="{DE7585F8-AF83-86FE-9FDC-FCBB8F0FDCB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11492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3332419124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2777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>
            <a:extLst>
              <a:ext uri="{FF2B5EF4-FFF2-40B4-BE49-F238E27FC236}">
                <a16:creationId xmlns:a16="http://schemas.microsoft.com/office/drawing/2014/main" xmlns="" id="{D57647B7-79D1-0A4B-BE19-EB3D7E56204A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564646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4">
            <a:extLst>
              <a:ext uri="{FF2B5EF4-FFF2-40B4-BE49-F238E27FC236}">
                <a16:creationId xmlns:a16="http://schemas.microsoft.com/office/drawing/2014/main" xmlns="" id="{25DB0B2A-9775-46B0-9A40-F75EBFA4B45C}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3569554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6">
            <a:extLst>
              <a:ext uri="{FF2B5EF4-FFF2-40B4-BE49-F238E27FC236}">
                <a16:creationId xmlns:a16="http://schemas.microsoft.com/office/drawing/2014/main" xmlns="" id="{F83F6B5F-EAE7-44DA-BD77-6D66865CEB92}"/>
              </a:ext>
            </a:extLst>
          </p:cNvPr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657446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8">
            <a:extLst>
              <a:ext uri="{FF2B5EF4-FFF2-40B4-BE49-F238E27FC236}">
                <a16:creationId xmlns:a16="http://schemas.microsoft.com/office/drawing/2014/main" xmlns="" id="{AD8EF41C-E978-4139-80A4-73605C41EA35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957937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xmlns="" id="{E190AA3D-F653-7DE3-E814-C735080B2FC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4645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xmlns="" id="{6845C65E-741B-B706-0B82-1C81A0F6B5D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69554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xmlns="" id="{820C257B-A255-A185-7414-40904B81A8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574463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xmlns="" id="{46CCAA45-3EAB-F22C-1634-630066DF8C2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579371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xmlns="" id="{61017757-DC7D-283B-40ED-71A3ADDFA6E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63944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xmlns="" id="{31352EF7-C8C2-5E64-698B-A2C388CB7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6" y="572600"/>
            <a:ext cx="11070889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91144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BE8934D7-8F0E-DAC2-009E-72AA89D1034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xmlns="" id="{66FFCC06-23AF-63BD-C570-7D17CA07D430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xmlns="" id="{12A42FC0-DC57-2DAF-9A2D-A7CC2A4D2438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xmlns="" id="{75D1459B-043F-093D-F414-47A4829412A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xmlns="" id="{F83C65DB-7D3F-C47F-0688-6ED36B4BC35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xmlns="" id="{4C9ABC01-5EC3-7241-7C4A-88F421331E7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xmlns="" id="{44690F9A-3FD8-58C2-C4B6-728AA0AC2DB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xmlns="" id="{8B4CF385-9FC6-70A9-2E90-C43EAE77F58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xmlns="" id="{A8CE1B5A-4E28-77C8-EB90-DDA864C98EE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xmlns="" id="{D17BC01F-7509-B7D1-2FF2-419E3035A67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xmlns="" id="{B5E87864-3492-16F6-7D53-F48ECFF71B6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xmlns="" id="{0882B210-0FE9-9013-3A4F-EBDFFF0F91F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xmlns="" id="{B67959CF-959A-6AC4-94D1-25F08AB1C4F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1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xmlns="" id="{BC12817E-BFFB-996F-0414-D71850F8B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1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25050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2777">
          <p15:clr>
            <a:srgbClr val="C35EA4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TS_WH">
            <a:extLst>
              <a:ext uri="{FF2B5EF4-FFF2-40B4-BE49-F238E27FC236}">
                <a16:creationId xmlns:a16="http://schemas.microsoft.com/office/drawing/2014/main" xmlns="" id="{B49891DC-D80E-4D1B-961E-1B567E0E453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xmlns="" id="{C79C29FA-AFA2-CB0C-7716-CE3754DCAD2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50" name="Title 2">
            <a:extLst>
              <a:ext uri="{FF2B5EF4-FFF2-40B4-BE49-F238E27FC236}">
                <a16:creationId xmlns:a16="http://schemas.microsoft.com/office/drawing/2014/main" xmlns="" id="{D9DE4A47-B387-28A0-0CCF-3D113159B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3" name="Picture Placeholder 2">
            <a:extLst>
              <a:ext uri="{FF2B5EF4-FFF2-40B4-BE49-F238E27FC236}">
                <a16:creationId xmlns:a16="http://schemas.microsoft.com/office/drawing/2014/main" xmlns="" id="{B6B30F3E-6876-0883-BD26-A4FC5D74BFEB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64" name="Picture Placeholder 4">
            <a:extLst>
              <a:ext uri="{FF2B5EF4-FFF2-40B4-BE49-F238E27FC236}">
                <a16:creationId xmlns:a16="http://schemas.microsoft.com/office/drawing/2014/main" xmlns="" id="{68CBCB53-EDC2-430A-6091-471E4A3C0E69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5" name="Picture Placeholder 6">
            <a:extLst>
              <a:ext uri="{FF2B5EF4-FFF2-40B4-BE49-F238E27FC236}">
                <a16:creationId xmlns:a16="http://schemas.microsoft.com/office/drawing/2014/main" xmlns="" id="{637BE686-D971-81F4-FECC-526CEF4F381E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6" name="Picture Placeholder 8">
            <a:extLst>
              <a:ext uri="{FF2B5EF4-FFF2-40B4-BE49-F238E27FC236}">
                <a16:creationId xmlns:a16="http://schemas.microsoft.com/office/drawing/2014/main" xmlns="" id="{BA07AFEE-DC74-E7A8-BDBA-BFFE9BF24CD9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Picture Placeholder 10">
            <a:extLst>
              <a:ext uri="{FF2B5EF4-FFF2-40B4-BE49-F238E27FC236}">
                <a16:creationId xmlns:a16="http://schemas.microsoft.com/office/drawing/2014/main" xmlns="" id="{90E75D7F-D480-7A96-4F8E-3631E15DA2AD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Picture Placeholder 12">
            <a:extLst>
              <a:ext uri="{FF2B5EF4-FFF2-40B4-BE49-F238E27FC236}">
                <a16:creationId xmlns:a16="http://schemas.microsoft.com/office/drawing/2014/main" xmlns="" id="{183F93F6-A09B-A2EF-64C2-4902846E241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Text Placeholder 3">
            <a:extLst>
              <a:ext uri="{FF2B5EF4-FFF2-40B4-BE49-F238E27FC236}">
                <a16:creationId xmlns:a16="http://schemas.microsoft.com/office/drawing/2014/main" xmlns="" id="{678182CD-97A5-B632-A606-E290F2E8F00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tx1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0" name="Text Placeholder 4">
            <a:extLst>
              <a:ext uri="{FF2B5EF4-FFF2-40B4-BE49-F238E27FC236}">
                <a16:creationId xmlns:a16="http://schemas.microsoft.com/office/drawing/2014/main" xmlns="" id="{BC20362B-D8E4-FBCA-BA42-83663531AA4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xmlns="" id="{27B74B01-5E96-C593-2AE8-1AC067D6CF5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2" name="Text Placeholder 6">
            <a:extLst>
              <a:ext uri="{FF2B5EF4-FFF2-40B4-BE49-F238E27FC236}">
                <a16:creationId xmlns:a16="http://schemas.microsoft.com/office/drawing/2014/main" xmlns="" id="{77DA96FA-342F-3709-1656-B7FC6C905DF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xmlns="" id="{DED6B8B6-1CF0-A57B-C39A-E87D9D3570E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4" name="Text Placeholder 8">
            <a:extLst>
              <a:ext uri="{FF2B5EF4-FFF2-40B4-BE49-F238E27FC236}">
                <a16:creationId xmlns:a16="http://schemas.microsoft.com/office/drawing/2014/main" xmlns="" id="{0A4ACC4B-F1AD-98A5-3F4F-0528E81C50E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1035112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 xmlns="">
        <p15:guide id="1" orient="horz" pos="2777">
          <p15:clr>
            <a:srgbClr val="C35EA4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2">
            <a:extLst>
              <a:ext uri="{FF2B5EF4-FFF2-40B4-BE49-F238E27FC236}">
                <a16:creationId xmlns:a16="http://schemas.microsoft.com/office/drawing/2014/main" xmlns="" id="{EE96B902-DA40-F453-88BF-C5A865B07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7" name="Text Placeholder 3">
            <a:extLst>
              <a:ext uri="{FF2B5EF4-FFF2-40B4-BE49-F238E27FC236}">
                <a16:creationId xmlns:a16="http://schemas.microsoft.com/office/drawing/2014/main" xmlns="" id="{BAE735C4-1315-5604-E715-00812A74737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1" name="Picture Placeholder 2">
            <a:extLst>
              <a:ext uri="{FF2B5EF4-FFF2-40B4-BE49-F238E27FC236}">
                <a16:creationId xmlns:a16="http://schemas.microsoft.com/office/drawing/2014/main" xmlns="" id="{F0E9B0EE-00BA-77AC-391E-0B1F0E1E8A9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xmlns="" id="{8A6DE4FC-AD43-5522-F3DC-8CCFCDC5C1AC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3" name="Picture Placeholder 6">
            <a:extLst>
              <a:ext uri="{FF2B5EF4-FFF2-40B4-BE49-F238E27FC236}">
                <a16:creationId xmlns:a16="http://schemas.microsoft.com/office/drawing/2014/main" xmlns="" id="{1BD069D5-BE5E-6066-FCA3-0DF229CA234F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4" name="Picture Placeholder 8">
            <a:extLst>
              <a:ext uri="{FF2B5EF4-FFF2-40B4-BE49-F238E27FC236}">
                <a16:creationId xmlns:a16="http://schemas.microsoft.com/office/drawing/2014/main" xmlns="" id="{9411D50B-1629-1008-57E7-75FEA9042E4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5" name="Picture Placeholder 10">
            <a:extLst>
              <a:ext uri="{FF2B5EF4-FFF2-40B4-BE49-F238E27FC236}">
                <a16:creationId xmlns:a16="http://schemas.microsoft.com/office/drawing/2014/main" xmlns="" id="{ADF38582-16D1-8220-29AD-F720575DB7C5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6" name="Picture Placeholder 12">
            <a:extLst>
              <a:ext uri="{FF2B5EF4-FFF2-40B4-BE49-F238E27FC236}">
                <a16:creationId xmlns:a16="http://schemas.microsoft.com/office/drawing/2014/main" xmlns="" id="{97C37837-0060-AD69-31D2-1F8111CE8665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Text Placeholder 3">
            <a:extLst>
              <a:ext uri="{FF2B5EF4-FFF2-40B4-BE49-F238E27FC236}">
                <a16:creationId xmlns:a16="http://schemas.microsoft.com/office/drawing/2014/main" xmlns="" id="{E38C952C-69EF-B109-2D9A-0E1226273D9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accent2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8" name="Text Placeholder 4">
            <a:extLst>
              <a:ext uri="{FF2B5EF4-FFF2-40B4-BE49-F238E27FC236}">
                <a16:creationId xmlns:a16="http://schemas.microsoft.com/office/drawing/2014/main" xmlns="" id="{DE8A2EE3-FD03-89B1-82A0-A678E022E3D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9" name="Text Placeholder 5">
            <a:extLst>
              <a:ext uri="{FF2B5EF4-FFF2-40B4-BE49-F238E27FC236}">
                <a16:creationId xmlns:a16="http://schemas.microsoft.com/office/drawing/2014/main" xmlns="" id="{F179A0E0-1EF9-E854-A005-C3FFC783DAD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0" name="Text Placeholder 6">
            <a:extLst>
              <a:ext uri="{FF2B5EF4-FFF2-40B4-BE49-F238E27FC236}">
                <a16:creationId xmlns:a16="http://schemas.microsoft.com/office/drawing/2014/main" xmlns="" id="{98575771-F64F-E2C2-0963-4F7DA15F533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1" name="Text Placeholder 7">
            <a:extLst>
              <a:ext uri="{FF2B5EF4-FFF2-40B4-BE49-F238E27FC236}">
                <a16:creationId xmlns:a16="http://schemas.microsoft.com/office/drawing/2014/main" xmlns="" id="{6067F82A-448D-AF56-DCF9-8FC95A5EA87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2" name="Text Placeholder 8">
            <a:extLst>
              <a:ext uri="{FF2B5EF4-FFF2-40B4-BE49-F238E27FC236}">
                <a16:creationId xmlns:a16="http://schemas.microsoft.com/office/drawing/2014/main" xmlns="" id="{C90D0832-8997-2CF3-4C1C-76EC7DBBE37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GTS_WH">
            <a:extLst>
              <a:ext uri="{FF2B5EF4-FFF2-40B4-BE49-F238E27FC236}">
                <a16:creationId xmlns:a16="http://schemas.microsoft.com/office/drawing/2014/main" xmlns="" id="{B49891DC-D80E-4D1B-961E-1B567E0E453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781824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 xmlns="">
        <p15:guide id="1" orient="horz" pos="2777">
          <p15:clr>
            <a:srgbClr val="C35EA4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team + column Content: team + column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xmlns="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Graphik" panose="020B0503030202060203" pitchFamily="34" charset="77"/>
              </a:defRPr>
            </a:lvl1pPr>
            <a:lvl2pPr>
              <a:defRPr sz="1600" b="0" i="0">
                <a:latin typeface="Graphik" panose="020B0503030202060203" pitchFamily="34" charset="77"/>
              </a:defRPr>
            </a:lvl2pPr>
            <a:lvl3pPr>
              <a:defRPr sz="1600" b="0" i="0">
                <a:latin typeface="Graphik" panose="020B0503030202060203" pitchFamily="34" charset="77"/>
              </a:defRPr>
            </a:lvl3pPr>
            <a:lvl4pPr>
              <a:defRPr sz="1400" b="0" i="0">
                <a:latin typeface="Graphik" panose="020B0503030202060203" pitchFamily="34" charset="77"/>
              </a:defRPr>
            </a:lvl4pPr>
            <a:lvl5pPr>
              <a:defRPr sz="14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xmlns="" id="{67B8B3ED-3C30-8209-EC37-30BECCCAC6DF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xmlns="" id="{DC7F0577-7039-34CE-9E81-1E1B5179E19A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xmlns="" id="{389183D5-43A1-CED9-DE7A-152AD40F1DB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xmlns="" id="{5DC001A2-2BC9-E92E-1900-07D1D55C8448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xmlns="" id="{0D6DEAA1-1809-9174-41B2-A167C7EF0B6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xmlns="" id="{EEA45CAC-A034-EBF8-A42A-D240A01CA2B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xmlns="" id="{94B252BC-9982-2E12-F243-0ED078DBC2F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xmlns="" id="{DC6F0EDA-C6BC-1437-B68C-8779352D0B2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29" name="Title 2">
            <a:extLst>
              <a:ext uri="{FF2B5EF4-FFF2-40B4-BE49-F238E27FC236}">
                <a16:creationId xmlns:a16="http://schemas.microsoft.com/office/drawing/2014/main" xmlns="" id="{B87DF950-8C59-5635-493B-47BF5B6B0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6" name="Picture Placeholder 6">
            <a:extLst>
              <a:ext uri="{FF2B5EF4-FFF2-40B4-BE49-F238E27FC236}">
                <a16:creationId xmlns:a16="http://schemas.microsoft.com/office/drawing/2014/main" xmlns="" id="{A515A847-B8F1-0835-FEF9-D0644A3666A3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7" name="Picture Placeholder 8">
            <a:extLst>
              <a:ext uri="{FF2B5EF4-FFF2-40B4-BE49-F238E27FC236}">
                <a16:creationId xmlns:a16="http://schemas.microsoft.com/office/drawing/2014/main" xmlns="" id="{AFFDAEDA-7A67-EFF8-97FE-53895BDD7346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8" name="Picture Placeholder 10">
            <a:extLst>
              <a:ext uri="{FF2B5EF4-FFF2-40B4-BE49-F238E27FC236}">
                <a16:creationId xmlns:a16="http://schemas.microsoft.com/office/drawing/2014/main" xmlns="" id="{CDEC200D-4F91-75FF-B3FC-CC83B1D2B426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9" name="Picture Placeholder 12">
            <a:extLst>
              <a:ext uri="{FF2B5EF4-FFF2-40B4-BE49-F238E27FC236}">
                <a16:creationId xmlns:a16="http://schemas.microsoft.com/office/drawing/2014/main" xmlns="" id="{0C873EF1-166E-2DEB-DEA4-F4E92E72812A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xmlns="" id="{EE6421DF-C4CF-347F-3F9F-B7C15DD342D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xmlns="" id="{33C744BB-1061-9BD7-2063-D4FC3BA87A04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xmlns="" id="{FB23E977-71EF-1003-3CEF-A8A4D0D7990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3" name="Text Placeholder 8">
            <a:extLst>
              <a:ext uri="{FF2B5EF4-FFF2-40B4-BE49-F238E27FC236}">
                <a16:creationId xmlns:a16="http://schemas.microsoft.com/office/drawing/2014/main" xmlns="" id="{3B567A05-2B76-107C-E1AA-BD5AA1C1C532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</p:spTree>
    <p:extLst>
      <p:ext uri="{BB962C8B-B14F-4D97-AF65-F5344CB8AC3E}">
        <p14:creationId xmlns:p14="http://schemas.microsoft.com/office/powerpoint/2010/main" val="3456325115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+ column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2">
            <a:extLst>
              <a:ext uri="{FF2B5EF4-FFF2-40B4-BE49-F238E27FC236}">
                <a16:creationId xmlns:a16="http://schemas.microsoft.com/office/drawing/2014/main" xmlns="" id="{AF158A12-E108-974D-4A28-D2DDBC9F2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xmlns="" id="{2A02CBC2-D34A-FE3B-A3F7-4E4A194F266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Graphik" panose="020B0503030202060203" pitchFamily="34" charset="77"/>
              </a:defRPr>
            </a:lvl1pPr>
            <a:lvl2pPr>
              <a:defRPr sz="1600" b="0" i="0">
                <a:latin typeface="Graphik" panose="020B0503030202060203" pitchFamily="34" charset="77"/>
              </a:defRPr>
            </a:lvl2pPr>
            <a:lvl3pPr>
              <a:defRPr sz="1600" b="0" i="0">
                <a:latin typeface="Graphik" panose="020B0503030202060203" pitchFamily="34" charset="77"/>
              </a:defRPr>
            </a:lvl3pPr>
            <a:lvl4pPr>
              <a:defRPr sz="1400" b="0" i="0">
                <a:latin typeface="Graphik" panose="020B0503030202060203" pitchFamily="34" charset="77"/>
              </a:defRPr>
            </a:lvl4pPr>
            <a:lvl5pPr>
              <a:defRPr sz="14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59" name="Picture Placeholder 6">
            <a:extLst>
              <a:ext uri="{FF2B5EF4-FFF2-40B4-BE49-F238E27FC236}">
                <a16:creationId xmlns:a16="http://schemas.microsoft.com/office/drawing/2014/main" xmlns="" id="{D9BDCE52-89A2-2B74-090A-1C2EF4190943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0" name="Picture Placeholder 8">
            <a:extLst>
              <a:ext uri="{FF2B5EF4-FFF2-40B4-BE49-F238E27FC236}">
                <a16:creationId xmlns:a16="http://schemas.microsoft.com/office/drawing/2014/main" xmlns="" id="{719A3D27-6186-F931-9BF2-812767B56DF4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1" name="Picture Placeholder 10">
            <a:extLst>
              <a:ext uri="{FF2B5EF4-FFF2-40B4-BE49-F238E27FC236}">
                <a16:creationId xmlns:a16="http://schemas.microsoft.com/office/drawing/2014/main" xmlns="" id="{221FD96F-56ED-3F4E-D5EC-ECE899136886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2" name="Picture Placeholder 12">
            <a:extLst>
              <a:ext uri="{FF2B5EF4-FFF2-40B4-BE49-F238E27FC236}">
                <a16:creationId xmlns:a16="http://schemas.microsoft.com/office/drawing/2014/main" xmlns="" id="{BE2DD9EE-FBA3-C33C-873A-4515866F5D79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Picture Placeholder 6">
            <a:extLst>
              <a:ext uri="{FF2B5EF4-FFF2-40B4-BE49-F238E27FC236}">
                <a16:creationId xmlns:a16="http://schemas.microsoft.com/office/drawing/2014/main" xmlns="" id="{B77582B8-1D1F-CACA-D550-1CD5A949EEA4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Picture Placeholder 8">
            <a:extLst>
              <a:ext uri="{FF2B5EF4-FFF2-40B4-BE49-F238E27FC236}">
                <a16:creationId xmlns:a16="http://schemas.microsoft.com/office/drawing/2014/main" xmlns="" id="{17E0A0A0-43CE-5971-7C1E-E8F5AFA224E0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Picture Placeholder 10">
            <a:extLst>
              <a:ext uri="{FF2B5EF4-FFF2-40B4-BE49-F238E27FC236}">
                <a16:creationId xmlns:a16="http://schemas.microsoft.com/office/drawing/2014/main" xmlns="" id="{40572D3B-08EC-27FB-6A1E-C67DB00074BA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0" name="Picture Placeholder 12">
            <a:extLst>
              <a:ext uri="{FF2B5EF4-FFF2-40B4-BE49-F238E27FC236}">
                <a16:creationId xmlns:a16="http://schemas.microsoft.com/office/drawing/2014/main" xmlns="" id="{D5EF76A9-F22D-ED1F-C0F0-815EF85BAB71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xmlns="" id="{CEDE1E1C-A17A-6673-F251-3E95D2B9A94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xmlns="" id="{EEB75AE2-2832-8C3E-9FFF-A5DFC859EF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xmlns="" id="{89767B47-D047-556C-4306-FDB23A31369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xmlns="" id="{5FA34033-541B-ACBB-7450-5B6532CB8D0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08C7EC0A-DE98-38CE-AFC3-B90030BE5ED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B90A955C-7D16-1E89-F214-1FE4ABD4D8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xmlns="" id="{E2562963-2880-9DF0-CBA4-3B8CB37B8C6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xmlns="" id="{661BD90B-C753-B163-80B8-1E78E44062C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1" name="GTS_Purple">
            <a:extLst>
              <a:ext uri="{FF2B5EF4-FFF2-40B4-BE49-F238E27FC236}">
                <a16:creationId xmlns:a16="http://schemas.microsoft.com/office/drawing/2014/main" xmlns="" id="{B69C02E9-D221-652D-E7A0-F40E48E0A73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5148558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4">
            <a:extLst>
              <a:ext uri="{FF2B5EF4-FFF2-40B4-BE49-F238E27FC236}">
                <a16:creationId xmlns:a16="http://schemas.microsoft.com/office/drawing/2014/main" xmlns="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4567" y="1608762"/>
            <a:ext cx="4684835" cy="46999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549276"/>
            <a:ext cx="5541431" cy="57594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xmlns="" id="{A5DA1A25-51CF-5AD1-5E56-0DCBF1E1C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599"/>
            <a:ext cx="4684836" cy="91683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5932412D-AD03-BACB-C691-EC79CDF8A06A}"/>
              </a:ext>
            </a:extLst>
          </p:cNvPr>
          <p:cNvSpPr txBox="1"/>
          <p:nvPr userDrawn="1"/>
        </p:nvSpPr>
        <p:spPr>
          <a:xfrm>
            <a:off x="5618375" y="268663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38254043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column + image,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xmlns="" id="{0C6C9FFF-540B-B570-4E7C-61946F9149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xmlns="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099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xmlns="" id="{45230204-CC18-5C95-0BFC-9C8E11430B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xmlns="" id="{717D1E3E-BD53-CBF3-62AF-19504EE818A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xmlns="" id="{2474523B-1F34-A604-B640-C5B887005C9D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xmlns="" id="{28236719-F299-27AE-8104-D07B5280084D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513283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column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EE89B75D-7DDF-ED09-FE69-8B56D6AED9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xmlns="" id="{B4655C9C-EA3F-C392-C162-DB5AFB91842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4" name="Picture Placeholder 35">
            <a:extLst>
              <a:ext uri="{FF2B5EF4-FFF2-40B4-BE49-F238E27FC236}">
                <a16:creationId xmlns:a16="http://schemas.microsoft.com/office/drawing/2014/main" xmlns="" id="{E30B0B1B-B70F-0FD3-F9A3-B0EE6C801E7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100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xmlns="" id="{717D1E3E-BD53-CBF3-62AF-19504EE818A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xmlns="" id="{71CDECC6-DEE3-D5F7-A7C8-D4473D9F4F71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xmlns="" id="{829128A2-7647-DB1F-6198-C2A2C402A7BC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085899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usto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xmlns="" id="{9BDC0A4D-E346-3CCE-788C-9669BEFC9B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9" y="1351442"/>
            <a:ext cx="4118519" cy="1772793"/>
          </a:xfrm>
          <a:prstGeom prst="rect">
            <a:avLst/>
          </a:prstGeo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18" name="Picture Placeholder 18">
            <a:extLst>
              <a:ext uri="{FF2B5EF4-FFF2-40B4-BE49-F238E27FC236}">
                <a16:creationId xmlns:a16="http://schemas.microsoft.com/office/drawing/2014/main" xmlns="" id="{D9945356-3D82-526D-F3EC-EF9A544BCDC7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5040827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C4602F9E-5DF1-F42B-7D21-8791F0ABAE8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068197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xmlns="" id="{043D01E8-2D14-8582-D392-AC17CD2A419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8516471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xmlns="" id="{B286CD00-6CFB-20C2-A09E-D720E036052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516471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xmlns="" id="{5552C60D-F6B3-15A8-3518-C6B4BC2F4D3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040827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xmlns="" id="{0C3EB0FF-A89F-1F16-2674-8CA149E690B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068197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xmlns="" id="{8BB12B5F-02FD-86E4-33E5-F8118970C9C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8516471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xmlns="" id="{2CFC039C-2FE3-6F68-1711-363159A29E21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16471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668212852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tatistics + image, light and pur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5BB918B6-32FF-4857-A645-C1032AFAE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292575" cy="984885"/>
          </a:xfrm>
          <a:prstGeom prst="rect">
            <a:avLst/>
          </a:prstGeom>
        </p:spPr>
        <p:txBody>
          <a:bodyPr anchor="ctr"/>
          <a:lstStyle>
            <a:lvl1pPr>
              <a:defRPr sz="4000"/>
            </a:lvl1pPr>
          </a:lstStyle>
          <a:p>
            <a:r>
              <a:rPr lang="en-US"/>
              <a:t>Place headline in </a:t>
            </a:r>
            <a:r>
              <a:rPr lang="en-US" err="1"/>
              <a:t>Graphik</a:t>
            </a:r>
            <a:r>
              <a:rPr lang="en-US"/>
              <a:t> Semibold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xmlns="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0"/>
            <a:ext cx="3048024" cy="30894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xmlns="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5" y="319269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xmlns="" id="{0E13751C-7DFF-BC74-C2E3-F873D7210D7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xmlns="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089456"/>
            <a:ext cx="3048000" cy="30398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marL="228594" lvl="0" indent="-228594" algn="ctr"/>
            <a:r>
              <a:rPr lang="en-GB"/>
              <a:t>Drag picture to placeholder </a:t>
            </a:r>
          </a:p>
          <a:p>
            <a:pPr marL="228594" lvl="0" indent="-228594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3D16F949-3472-4EBC-9DC1-05EC807C9FC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 bwMode="white">
          <a:xfrm>
            <a:off x="3048000" y="3089456"/>
            <a:ext cx="3047968" cy="30398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solidFill>
                <a:srgbClr val="FFFFFF"/>
              </a:solidFill>
              <a:latin typeface="Graphik" panose="020B0503030202060203" pitchFamily="34" charset="77"/>
            </a:endParaRP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xmlns="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0" i="0" kern="1200" dirty="0">
                <a:solidFill>
                  <a:schemeClr val="bg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177CEAEA-C612-CFB5-8548-FA7A606FA78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xmlns="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xmlns="" id="{C15EB609-6106-F616-161A-9233408C623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xmlns="" id="{F2E53630-789F-425F-8AB1-96EFF4EA1E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 bwMode="white">
          <a:xfrm>
            <a:off x="9144056" y="3089456"/>
            <a:ext cx="3047944" cy="30398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xmlns="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xmlns="" id="{8DB439E6-E715-1347-EEE3-DF2D5F246A0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8" name="Bottom tag">
            <a:extLst>
              <a:ext uri="{FF2B5EF4-FFF2-40B4-BE49-F238E27FC236}">
                <a16:creationId xmlns:a16="http://schemas.microsoft.com/office/drawing/2014/main" xmlns="" id="{F77F3A03-358C-60D3-DCF9-8A5F831189B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2" name="GTS_WH">
            <a:extLst>
              <a:ext uri="{FF2B5EF4-FFF2-40B4-BE49-F238E27FC236}">
                <a16:creationId xmlns:a16="http://schemas.microsoft.com/office/drawing/2014/main" xmlns="" id="{DBC74FCB-98B7-4709-AC5F-5575E6BA21E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xmlns="" id="{281AFB62-DF00-C781-B194-BA35B5F26EDD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xmlns="" id="{5A95B4E2-055A-BEE2-36E8-45DD70D13404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5714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tatistics + image, dark and purpl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5BB918B6-32FF-4857-A645-C1032AFAE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312727" cy="984885"/>
          </a:xfrm>
          <a:prstGeom prst="rect">
            <a:avLst/>
          </a:prstGeom>
        </p:spPr>
        <p:txBody>
          <a:bodyPr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Place headline in </a:t>
            </a:r>
            <a:r>
              <a:rPr lang="en-US" err="1"/>
              <a:t>Graphik</a:t>
            </a:r>
            <a:r>
              <a:rPr lang="en-US"/>
              <a:t> Semibold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xmlns="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6032" y="-1"/>
            <a:ext cx="3048024" cy="30740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xmlns="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10" y="303835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xmlns="" id="{202CA0A6-65B9-D658-1AEC-00085854F84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xmlns="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074022"/>
            <a:ext cx="3048000" cy="30553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marL="228594" lvl="0" indent="-228594" algn="ctr"/>
            <a:r>
              <a:rPr lang="en-GB"/>
              <a:t>Drag picture to placeholder </a:t>
            </a:r>
          </a:p>
          <a:p>
            <a:pPr marL="228594" lvl="0" indent="-228594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3D16F949-3472-4EBC-9DC1-05EC807C9FC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 bwMode="white">
          <a:xfrm>
            <a:off x="3048000" y="3074022"/>
            <a:ext cx="3047968" cy="30553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xmlns="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0" i="0" kern="1200" dirty="0">
                <a:solidFill>
                  <a:schemeClr val="bg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xmlns="" id="{DFC923C6-9E63-5C37-D6CE-0C0C7F31BA1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xmlns="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xmlns="" id="{8E3ED24E-CC9B-F99D-ABD2-271CAAC31C7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xmlns="" id="{F2E53630-789F-425F-8AB1-96EFF4EA1E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 bwMode="white">
          <a:xfrm>
            <a:off x="9144056" y="3074022"/>
            <a:ext cx="3047944" cy="30553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xmlns="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rgbClr val="FFFFFF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xmlns="" id="{AB939A4D-3841-382E-4112-16375BBF9CD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GTS_WH">
            <a:extLst>
              <a:ext uri="{FF2B5EF4-FFF2-40B4-BE49-F238E27FC236}">
                <a16:creationId xmlns:a16="http://schemas.microsoft.com/office/drawing/2014/main" xmlns="" id="{E60B30CA-91CE-53D4-4E41-25E962661ED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2" name="copyright">
            <a:extLst>
              <a:ext uri="{FF2B5EF4-FFF2-40B4-BE49-F238E27FC236}">
                <a16:creationId xmlns:a16="http://schemas.microsoft.com/office/drawing/2014/main" xmlns="" id="{C6DCEC7C-94EF-9488-4BC9-3AC6108281E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13" name="slide number automatic">
            <a:extLst>
              <a:ext uri="{FF2B5EF4-FFF2-40B4-BE49-F238E27FC236}">
                <a16:creationId xmlns:a16="http://schemas.microsoft.com/office/drawing/2014/main" xmlns="" id="{DFF01EE3-5EDD-45BD-F1D7-076E2C959D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210808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statistics light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xmlns="" id="{DD3BC9E6-13A7-8817-A32A-4CC03E873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376463"/>
            <a:ext cx="2285999" cy="93143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533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xmlns="" id="{8DC27019-ACF1-C483-EFEB-3CC77DD9EFC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xmlns="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xmlns="" id="{9A7B63BD-36F9-7F57-E2CF-44D615E0F8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xmlns="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algn="l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xmlns="" id="{F970BA5E-9C63-BA7D-B45C-5186452F240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xmlns="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algn="l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23FAE69D-63C7-3796-16D2-0EA82AB2766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xmlns="" id="{149C8D0A-C37D-4D9A-9703-8A0AFB1857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xmlns="" id="{1BE5BBCC-C957-48B6-99B6-EF1F3E80F62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35">
            <a:extLst>
              <a:ext uri="{FF2B5EF4-FFF2-40B4-BE49-F238E27FC236}">
                <a16:creationId xmlns:a16="http://schemas.microsoft.com/office/drawing/2014/main" xmlns="" id="{EF1A1C24-C0B7-DF19-B492-C0ED29CE9AF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4" name="Bottom tag">
            <a:extLst>
              <a:ext uri="{FF2B5EF4-FFF2-40B4-BE49-F238E27FC236}">
                <a16:creationId xmlns:a16="http://schemas.microsoft.com/office/drawing/2014/main" xmlns="" id="{5F2E67CA-5DA7-3CD1-C175-808A139DD24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xmlns="" id="{B51A4FC9-6DF5-ABE3-94E1-8598B7A527EA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xmlns="" id="{C826E34F-821D-D174-AEA1-2830AED1A7A3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3" name="GTS_WH">
            <a:extLst>
              <a:ext uri="{FF2B5EF4-FFF2-40B4-BE49-F238E27FC236}">
                <a16:creationId xmlns:a16="http://schemas.microsoft.com/office/drawing/2014/main" xmlns="" id="{8F51FE85-6E94-3AD8-FB82-A8BAB773D78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394758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statistics dark 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xmlns="" id="{60352A97-ED89-7C2F-0063-10DA374CB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376463"/>
            <a:ext cx="2285999" cy="93143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5330">
                <a:solidFill>
                  <a:schemeClr val="accent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xmlns="" id="{F6B6460F-92C4-7868-A99F-7C747B3900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xmlns="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xmlns="" id="{EAF65655-CFF6-96F8-B90D-8BE8496D680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xmlns="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54F0D47A-40F3-3312-FD52-DB56907BD07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xmlns="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xmlns="" id="{4C6AFAE1-C867-607D-7626-06B37DD8931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xmlns="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xmlns="" id="{149C8D0A-C37D-4D9A-9703-8A0AFB1857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xmlns="" id="{1BE5BBCC-C957-48B6-99B6-EF1F3E80F62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Bottom tag">
            <a:extLst>
              <a:ext uri="{FF2B5EF4-FFF2-40B4-BE49-F238E27FC236}">
                <a16:creationId xmlns:a16="http://schemas.microsoft.com/office/drawing/2014/main" xmlns="" id="{C7D43BFE-04FF-915B-AF75-EF92EB85EE0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xmlns="" id="{D50DFD68-7311-16D8-3418-1A322FD3352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124800"/>
            <a:ext cx="1219200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pyright">
            <a:extLst>
              <a:ext uri="{FF2B5EF4-FFF2-40B4-BE49-F238E27FC236}">
                <a16:creationId xmlns:a16="http://schemas.microsoft.com/office/drawing/2014/main" xmlns="" id="{6F38CEE2-3D5C-A0E3-1BE3-09AB0AC25463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6" name="slide number automatic">
            <a:extLst>
              <a:ext uri="{FF2B5EF4-FFF2-40B4-BE49-F238E27FC236}">
                <a16:creationId xmlns:a16="http://schemas.microsoft.com/office/drawing/2014/main" xmlns="" id="{FC53484B-EB21-70B6-32DD-8344CAE70A1C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2" name="GTS_WH">
            <a:extLst>
              <a:ext uri="{FF2B5EF4-FFF2-40B4-BE49-F238E27FC236}">
                <a16:creationId xmlns:a16="http://schemas.microsoft.com/office/drawing/2014/main" xmlns="" id="{2DFC2805-A4A5-BE1F-72EF-71C8FE15AD9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628324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alutation: gradi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urple and black background&#10;&#10;AI-generated content may be incorrect.">
            <a:extLst>
              <a:ext uri="{FF2B5EF4-FFF2-40B4-BE49-F238E27FC236}">
                <a16:creationId xmlns:a16="http://schemas.microsoft.com/office/drawing/2014/main" xmlns="" id="{1E54F49D-2B2F-7CDD-DC94-B6FF9A694B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copyright">
            <a:extLst>
              <a:ext uri="{FF2B5EF4-FFF2-40B4-BE49-F238E27FC236}">
                <a16:creationId xmlns:a16="http://schemas.microsoft.com/office/drawing/2014/main" xmlns="" id="{8F090878-FDCB-E32E-7E4D-4A1D113FA50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xmlns="" id="{6DD78C6E-A2CA-C7D3-D53E-97A08AAAEAD8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4772D35A-1963-BF72-AA80-2201D2B01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48" y="3429000"/>
            <a:ext cx="6046527" cy="984885"/>
          </a:xfrm>
          <a:prstGeom prst="rect">
            <a:avLst/>
          </a:prstGeom>
        </p:spPr>
        <p:txBody>
          <a:bodyPr wrap="none" anchor="ctr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GTS_WH">
            <a:extLst>
              <a:ext uri="{FF2B5EF4-FFF2-40B4-BE49-F238E27FC236}">
                <a16:creationId xmlns:a16="http://schemas.microsoft.com/office/drawing/2014/main" xmlns="" id="{79093C77-020A-31D2-4F4F-DA77DEFA8E8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720609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 xmlns="">
        <p15:guide id="1" orient="horz" pos="1620">
          <p15:clr>
            <a:srgbClr val="C35EA4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: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xmlns="" id="{9406901E-2FDA-B887-CCF5-FADFC0C3B9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599460"/>
            <a:ext cx="4895849" cy="984885"/>
          </a:xfrm>
          <a:prstGeom prst="rect">
            <a:avLst/>
          </a:prstGeom>
        </p:spPr>
        <p:txBody>
          <a:bodyPr anchor="ctr"/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salutation style</a:t>
            </a:r>
            <a:endParaRPr lang="en-US"/>
          </a:p>
        </p:txBody>
      </p:sp>
      <p:pic>
        <p:nvPicPr>
          <p:cNvPr id="2" name="GT white">
            <a:extLst>
              <a:ext uri="{FF2B5EF4-FFF2-40B4-BE49-F238E27FC236}">
                <a16:creationId xmlns:a16="http://schemas.microsoft.com/office/drawing/2014/main" xmlns="" id="{64951822-2C90-C040-C685-A9310D23616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p:blipFill>
        <p:spPr>
          <a:xfrm>
            <a:off x="1163638" y="5459982"/>
            <a:ext cx="609857" cy="669356"/>
          </a:xfrm>
          <a:prstGeom prst="rect">
            <a:avLst/>
          </a:prstGeom>
        </p:spPr>
      </p:pic>
      <p:sp>
        <p:nvSpPr>
          <p:cNvPr id="4" name="copyright">
            <a:extLst>
              <a:ext uri="{FF2B5EF4-FFF2-40B4-BE49-F238E27FC236}">
                <a16:creationId xmlns:a16="http://schemas.microsoft.com/office/drawing/2014/main" xmlns="" id="{5D5952F7-6C63-8F87-4E22-999BB41F26C3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xmlns="" id="{540D3C9F-6433-4B02-3A65-24CE972551FF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569190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 xmlns="">
        <p15:guide id="1" orient="horz" pos="1620">
          <p15:clr>
            <a:srgbClr val="C35EA4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8953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7.xml"/><Relationship Id="rId26" Type="http://schemas.openxmlformats.org/officeDocument/2006/relationships/image" Target="../media/image12.png"/><Relationship Id="rId3" Type="http://schemas.openxmlformats.org/officeDocument/2006/relationships/slideLayout" Target="../slideLayouts/slideLayout12.xml"/><Relationship Id="rId21" Type="http://schemas.openxmlformats.org/officeDocument/2006/relationships/image" Target="../media/image7.png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6.xml"/><Relationship Id="rId25" Type="http://schemas.openxmlformats.org/officeDocument/2006/relationships/image" Target="../media/image11.png"/><Relationship Id="rId2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25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24" Type="http://schemas.openxmlformats.org/officeDocument/2006/relationships/image" Target="../media/image10.png"/><Relationship Id="rId5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24.xml"/><Relationship Id="rId23" Type="http://schemas.openxmlformats.org/officeDocument/2006/relationships/image" Target="../media/image9.png"/><Relationship Id="rId28" Type="http://schemas.openxmlformats.org/officeDocument/2006/relationships/image" Target="../media/image14.png"/><Relationship Id="rId10" Type="http://schemas.openxmlformats.org/officeDocument/2006/relationships/slideLayout" Target="../slideLayouts/slideLayout19.xml"/><Relationship Id="rId19" Type="http://schemas.openxmlformats.org/officeDocument/2006/relationships/slideLayout" Target="../slideLayouts/slideLayout28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Relationship Id="rId22" Type="http://schemas.openxmlformats.org/officeDocument/2006/relationships/image" Target="../media/image8.png"/><Relationship Id="rId27" Type="http://schemas.openxmlformats.org/officeDocument/2006/relationships/image" Target="../media/image1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5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4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42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8.xml"/><Relationship Id="rId18" Type="http://schemas.openxmlformats.org/officeDocument/2006/relationships/slideLayout" Target="../slideLayouts/slideLayout63.xml"/><Relationship Id="rId26" Type="http://schemas.openxmlformats.org/officeDocument/2006/relationships/slideLayout" Target="../slideLayouts/slideLayout71.xml"/><Relationship Id="rId39" Type="http://schemas.openxmlformats.org/officeDocument/2006/relationships/slideLayout" Target="../slideLayouts/slideLayout84.xml"/><Relationship Id="rId21" Type="http://schemas.openxmlformats.org/officeDocument/2006/relationships/slideLayout" Target="../slideLayouts/slideLayout66.xml"/><Relationship Id="rId34" Type="http://schemas.openxmlformats.org/officeDocument/2006/relationships/slideLayout" Target="../slideLayouts/slideLayout79.xml"/><Relationship Id="rId42" Type="http://schemas.openxmlformats.org/officeDocument/2006/relationships/slideLayout" Target="../slideLayouts/slideLayout87.xml"/><Relationship Id="rId47" Type="http://schemas.openxmlformats.org/officeDocument/2006/relationships/slideLayout" Target="../slideLayouts/slideLayout92.xml"/><Relationship Id="rId50" Type="http://schemas.openxmlformats.org/officeDocument/2006/relationships/slideLayout" Target="../slideLayouts/slideLayout95.xml"/><Relationship Id="rId55" Type="http://schemas.openxmlformats.org/officeDocument/2006/relationships/slideLayout" Target="../slideLayouts/slideLayout100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62.xml"/><Relationship Id="rId25" Type="http://schemas.openxmlformats.org/officeDocument/2006/relationships/slideLayout" Target="../slideLayouts/slideLayout70.xml"/><Relationship Id="rId33" Type="http://schemas.openxmlformats.org/officeDocument/2006/relationships/slideLayout" Target="../slideLayouts/slideLayout78.xml"/><Relationship Id="rId38" Type="http://schemas.openxmlformats.org/officeDocument/2006/relationships/slideLayout" Target="../slideLayouts/slideLayout83.xml"/><Relationship Id="rId46" Type="http://schemas.openxmlformats.org/officeDocument/2006/relationships/slideLayout" Target="../slideLayouts/slideLayout91.xml"/><Relationship Id="rId2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65.xml"/><Relationship Id="rId29" Type="http://schemas.openxmlformats.org/officeDocument/2006/relationships/slideLayout" Target="../slideLayouts/slideLayout74.xml"/><Relationship Id="rId41" Type="http://schemas.openxmlformats.org/officeDocument/2006/relationships/slideLayout" Target="../slideLayouts/slideLayout86.xml"/><Relationship Id="rId54" Type="http://schemas.openxmlformats.org/officeDocument/2006/relationships/slideLayout" Target="../slideLayouts/slideLayout99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24" Type="http://schemas.openxmlformats.org/officeDocument/2006/relationships/slideLayout" Target="../slideLayouts/slideLayout69.xml"/><Relationship Id="rId32" Type="http://schemas.openxmlformats.org/officeDocument/2006/relationships/slideLayout" Target="../slideLayouts/slideLayout77.xml"/><Relationship Id="rId37" Type="http://schemas.openxmlformats.org/officeDocument/2006/relationships/slideLayout" Target="../slideLayouts/slideLayout82.xml"/><Relationship Id="rId40" Type="http://schemas.openxmlformats.org/officeDocument/2006/relationships/slideLayout" Target="../slideLayouts/slideLayout85.xml"/><Relationship Id="rId45" Type="http://schemas.openxmlformats.org/officeDocument/2006/relationships/slideLayout" Target="../slideLayouts/slideLayout90.xml"/><Relationship Id="rId53" Type="http://schemas.openxmlformats.org/officeDocument/2006/relationships/slideLayout" Target="../slideLayouts/slideLayout98.xml"/><Relationship Id="rId58" Type="http://schemas.openxmlformats.org/officeDocument/2006/relationships/theme" Target="../theme/theme5.xml"/><Relationship Id="rId5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60.xml"/><Relationship Id="rId23" Type="http://schemas.openxmlformats.org/officeDocument/2006/relationships/slideLayout" Target="../slideLayouts/slideLayout68.xml"/><Relationship Id="rId28" Type="http://schemas.openxmlformats.org/officeDocument/2006/relationships/slideLayout" Target="../slideLayouts/slideLayout73.xml"/><Relationship Id="rId36" Type="http://schemas.openxmlformats.org/officeDocument/2006/relationships/slideLayout" Target="../slideLayouts/slideLayout81.xml"/><Relationship Id="rId49" Type="http://schemas.openxmlformats.org/officeDocument/2006/relationships/slideLayout" Target="../slideLayouts/slideLayout94.xml"/><Relationship Id="rId57" Type="http://schemas.openxmlformats.org/officeDocument/2006/relationships/slideLayout" Target="../slideLayouts/slideLayout102.xml"/><Relationship Id="rId10" Type="http://schemas.openxmlformats.org/officeDocument/2006/relationships/slideLayout" Target="../slideLayouts/slideLayout55.xml"/><Relationship Id="rId19" Type="http://schemas.openxmlformats.org/officeDocument/2006/relationships/slideLayout" Target="../slideLayouts/slideLayout64.xml"/><Relationship Id="rId31" Type="http://schemas.openxmlformats.org/officeDocument/2006/relationships/slideLayout" Target="../slideLayouts/slideLayout76.xml"/><Relationship Id="rId44" Type="http://schemas.openxmlformats.org/officeDocument/2006/relationships/slideLayout" Target="../slideLayouts/slideLayout89.xml"/><Relationship Id="rId52" Type="http://schemas.openxmlformats.org/officeDocument/2006/relationships/slideLayout" Target="../slideLayouts/slideLayout97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Relationship Id="rId22" Type="http://schemas.openxmlformats.org/officeDocument/2006/relationships/slideLayout" Target="../slideLayouts/slideLayout67.xml"/><Relationship Id="rId27" Type="http://schemas.openxmlformats.org/officeDocument/2006/relationships/slideLayout" Target="../slideLayouts/slideLayout72.xml"/><Relationship Id="rId30" Type="http://schemas.openxmlformats.org/officeDocument/2006/relationships/slideLayout" Target="../slideLayouts/slideLayout75.xml"/><Relationship Id="rId35" Type="http://schemas.openxmlformats.org/officeDocument/2006/relationships/slideLayout" Target="../slideLayouts/slideLayout80.xml"/><Relationship Id="rId43" Type="http://schemas.openxmlformats.org/officeDocument/2006/relationships/slideLayout" Target="../slideLayouts/slideLayout88.xml"/><Relationship Id="rId48" Type="http://schemas.openxmlformats.org/officeDocument/2006/relationships/slideLayout" Target="../slideLayouts/slideLayout93.xml"/><Relationship Id="rId56" Type="http://schemas.openxmlformats.org/officeDocument/2006/relationships/slideLayout" Target="../slideLayouts/slideLayout101.xml"/><Relationship Id="rId8" Type="http://schemas.openxmlformats.org/officeDocument/2006/relationships/slideLayout" Target="../slideLayouts/slideLayout53.xml"/><Relationship Id="rId51" Type="http://schemas.openxmlformats.org/officeDocument/2006/relationships/slideLayout" Target="../slideLayouts/slideLayout96.xml"/><Relationship Id="rId3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357864" cy="43332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 i="0">
                <a:latin typeface="Graphik Semibold" panose="020B0503030202060203" pitchFamily="34" charset="77"/>
              </a:rPr>
              <a:t>Place headline here in </a:t>
            </a:r>
            <a:r>
              <a:rPr lang="en-US" b="1" i="0" err="1">
                <a:latin typeface="Graphik Semibold" panose="020B0503030202060203" pitchFamily="34" charset="77"/>
              </a:rPr>
              <a:t>Graphik</a:t>
            </a:r>
            <a:r>
              <a:rPr lang="en-US" b="1" i="0">
                <a:latin typeface="Graphik Semibold" panose="020B0503030202060203" pitchFamily="34" charset="77"/>
              </a:rPr>
              <a:t> Semibold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61" y="1371602"/>
            <a:ext cx="11357864" cy="47668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7"/>
            <a:r>
              <a:rPr lang="en-US"/>
              <a:t>EIGHT LEVEL (DESCRIPTOR)</a:t>
            </a:r>
          </a:p>
          <a:p>
            <a:pPr lvl="8"/>
            <a:r>
              <a:rPr lang="en-US"/>
              <a:t>Ninth level (footer)</a:t>
            </a:r>
          </a:p>
        </p:txBody>
      </p:sp>
    </p:spTree>
    <p:extLst>
      <p:ext uri="{BB962C8B-B14F-4D97-AF65-F5344CB8AC3E}">
        <p14:creationId xmlns:p14="http://schemas.microsoft.com/office/powerpoint/2010/main" val="3154538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73" r:id="rId9"/>
  </p:sldLayoutIdLst>
  <p:hf sldNum="0" hdr="0" ftr="0" dt="0"/>
  <p:txStyles>
    <p:titleStyle>
      <a:lvl1pPr algn="l" defTabSz="731500" rtl="0" eaLnBrk="1" latinLnBrk="0" hangingPunct="1">
        <a:lnSpc>
          <a:spcPct val="80000"/>
        </a:lnSpc>
        <a:spcBef>
          <a:spcPct val="0"/>
        </a:spcBef>
        <a:buNone/>
        <a:defRPr sz="3520" b="0" i="0" kern="1200">
          <a:solidFill>
            <a:schemeClr val="tx1"/>
          </a:solidFill>
          <a:latin typeface="Graphik Semibold" panose="020B0503030202060203" pitchFamily="34" charset="77"/>
          <a:ea typeface="+mj-ea"/>
          <a:cs typeface="+mj-cs"/>
        </a:defRPr>
      </a:lvl1pPr>
    </p:titleStyle>
    <p:bodyStyle>
      <a:lvl1pPr marL="0" indent="0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2874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ClrTx/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365752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System Font"/>
        <a:buChar char="–"/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548626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4pPr>
      <a:lvl5pPr marL="731500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System Font"/>
        <a:buChar char="–"/>
        <a:defRPr sz="1280" kern="1200">
          <a:solidFill>
            <a:schemeClr val="tx1"/>
          </a:solidFill>
          <a:latin typeface="+mn-lt"/>
          <a:ea typeface="+mn-ea"/>
          <a:cs typeface="+mn-cs"/>
        </a:defRPr>
      </a:lvl5pPr>
      <a:lvl6pPr marL="8891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Graphik" panose="020B0503030202060203" pitchFamily="34" charset="0"/>
        <a:buNone/>
        <a:tabLst/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128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88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52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500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4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299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74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498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24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599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orient="horz" pos="191">
          <p15:clr>
            <a:srgbClr val="5ACBF0"/>
          </p15:clr>
        </p15:guide>
        <p15:guide id="8" pos="435">
          <p15:clr>
            <a:srgbClr val="9FCC3B"/>
          </p15:clr>
        </p15:guide>
        <p15:guide id="9" pos="916">
          <p15:clr>
            <a:srgbClr val="C35EA4"/>
          </p15:clr>
        </p15:guide>
        <p15:guide id="10" pos="9392">
          <p15:clr>
            <a:srgbClr val="5ACBF0"/>
          </p15:clr>
        </p15:guide>
        <p15:guide id="11" pos="207">
          <p15:clr>
            <a:srgbClr val="5ACBF0"/>
          </p15:clr>
        </p15:guide>
        <p15:guide id="12" orient="horz" pos="4832">
          <p15:clr>
            <a:srgbClr val="5ACBF0"/>
          </p15:clr>
        </p15:guide>
        <p15:guide id="13" pos="9164">
          <p15:clr>
            <a:srgbClr val="9FCC3B"/>
          </p15:clr>
        </p15:guide>
        <p15:guide id="14" orient="horz" pos="401">
          <p15:clr>
            <a:srgbClr val="9FCC3B"/>
          </p15:clr>
        </p15:guide>
        <p15:guide id="15" orient="horz" pos="4622">
          <p15:clr>
            <a:srgbClr val="9FCC3B"/>
          </p15:clr>
        </p15:guide>
        <p15:guide id="16" orient="horz" pos="983">
          <p15:clr>
            <a:srgbClr val="A4A3A4"/>
          </p15:clr>
        </p15:guide>
        <p15:guide id="17" orient="horz" pos="4490">
          <p15:clr>
            <a:srgbClr val="A4A3A4"/>
          </p15:clr>
        </p15:guide>
        <p15:guide id="18" pos="8654">
          <p15:clr>
            <a:srgbClr val="C35EA4"/>
          </p15:clr>
        </p15:guide>
        <p15:guide id="19" orient="horz" pos="1351">
          <p15:clr>
            <a:srgbClr val="FDE53C"/>
          </p15:clr>
        </p15:guide>
        <p15:guide id="20" pos="8768">
          <p15:clr>
            <a:srgbClr val="F26B43"/>
          </p15:clr>
        </p15:guide>
        <p15:guide id="21" pos="83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Insert main title at 36pt, min 30pt</a:t>
            </a:r>
            <a:endParaRPr lang="en-US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xmlns="" id="{6F6B3343-B4EF-4BC5-A753-D80C4EADB3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xmlns="" id="{299A5035-44EB-4653-8F65-351427FC9B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xmlns="" id="{234CD17C-3ACE-4AE0-A6C5-F90D44EA7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943099"/>
            <a:ext cx="11430000" cy="42338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Accenture_Technology" hidden="1">
            <a:extLst>
              <a:ext uri="{FF2B5EF4-FFF2-40B4-BE49-F238E27FC236}">
                <a16:creationId xmlns:a16="http://schemas.microsoft.com/office/drawing/2014/main" xmlns="" id="{7F561B55-4A32-431D-8BA4-1A51234302A5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798" y="6243985"/>
            <a:ext cx="2024293" cy="333289"/>
          </a:xfrm>
          <a:prstGeom prst="rect">
            <a:avLst/>
          </a:prstGeom>
        </p:spPr>
      </p:pic>
      <p:pic>
        <p:nvPicPr>
          <p:cNvPr id="9" name="Accenture_Strategy" hidden="1">
            <a:extLst>
              <a:ext uri="{FF2B5EF4-FFF2-40B4-BE49-F238E27FC236}">
                <a16:creationId xmlns:a16="http://schemas.microsoft.com/office/drawing/2014/main" xmlns="" id="{C33EDD26-4BAD-4452-B33F-48241F98D591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5018" y="6243522"/>
            <a:ext cx="1728810" cy="328803"/>
          </a:xfrm>
          <a:prstGeom prst="rect">
            <a:avLst/>
          </a:prstGeom>
        </p:spPr>
      </p:pic>
      <p:pic>
        <p:nvPicPr>
          <p:cNvPr id="10" name="Accenture_Operations" hidden="1">
            <a:extLst>
              <a:ext uri="{FF2B5EF4-FFF2-40B4-BE49-F238E27FC236}">
                <a16:creationId xmlns:a16="http://schemas.microsoft.com/office/drawing/2014/main" xmlns="" id="{88E87CB4-5755-499D-91D5-9B8DF482A9E0}"/>
              </a:ext>
            </a:extLst>
          </p:cNvPr>
          <p:cNvPicPr>
            <a:picLocks noChangeAspect="1"/>
          </p:cNvPicPr>
          <p:nvPr userDrawn="1"/>
        </p:nvPicPr>
        <p:blipFill>
          <a:blip r:embed="rId2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2728" y="6252513"/>
            <a:ext cx="1958068" cy="324500"/>
          </a:xfrm>
          <a:prstGeom prst="rect">
            <a:avLst/>
          </a:prstGeom>
        </p:spPr>
      </p:pic>
      <p:pic>
        <p:nvPicPr>
          <p:cNvPr id="11" name="Accenture_Mobility" hidden="1">
            <a:extLst>
              <a:ext uri="{FF2B5EF4-FFF2-40B4-BE49-F238E27FC236}">
                <a16:creationId xmlns:a16="http://schemas.microsoft.com/office/drawing/2014/main" xmlns="" id="{CADE9D37-50D3-4E92-9D49-2C716078D159}"/>
              </a:ext>
            </a:extLst>
          </p:cNvPr>
          <p:cNvPicPr>
            <a:picLocks noChangeAspect="1"/>
          </p:cNvPicPr>
          <p:nvPr userDrawn="1"/>
        </p:nvPicPr>
        <p:blipFill>
          <a:blip r:embed="rId2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963" y="6339423"/>
            <a:ext cx="2040630" cy="361414"/>
          </a:xfrm>
          <a:prstGeom prst="rect">
            <a:avLst/>
          </a:prstGeom>
        </p:spPr>
      </p:pic>
      <p:pic>
        <p:nvPicPr>
          <p:cNvPr id="12" name="Accenture_Interactive" hidden="1">
            <a:extLst>
              <a:ext uri="{FF2B5EF4-FFF2-40B4-BE49-F238E27FC236}">
                <a16:creationId xmlns:a16="http://schemas.microsoft.com/office/drawing/2014/main" xmlns="" id="{279B5443-5FDB-4D90-9C86-4ACF31740D66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798" y="6341000"/>
            <a:ext cx="2041200" cy="360863"/>
          </a:xfrm>
          <a:prstGeom prst="rect">
            <a:avLst/>
          </a:prstGeom>
        </p:spPr>
      </p:pic>
      <p:pic>
        <p:nvPicPr>
          <p:cNvPr id="13" name="Accenture_Analytics" hidden="1">
            <a:extLst>
              <a:ext uri="{FF2B5EF4-FFF2-40B4-BE49-F238E27FC236}">
                <a16:creationId xmlns:a16="http://schemas.microsoft.com/office/drawing/2014/main" xmlns="" id="{7E3C0033-CE00-4F44-B4DA-32082D33C83C}"/>
              </a:ext>
            </a:extLst>
          </p:cNvPr>
          <p:cNvPicPr>
            <a:picLocks noChangeAspect="1"/>
          </p:cNvPicPr>
          <p:nvPr userDrawn="1"/>
        </p:nvPicPr>
        <p:blipFill>
          <a:blip r:embed="rId2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798" y="6338829"/>
            <a:ext cx="2023200" cy="362168"/>
          </a:xfrm>
          <a:prstGeom prst="rect">
            <a:avLst/>
          </a:prstGeom>
        </p:spPr>
      </p:pic>
      <p:pic>
        <p:nvPicPr>
          <p:cNvPr id="14" name="Accenture_Digital" hidden="1">
            <a:extLst>
              <a:ext uri="{FF2B5EF4-FFF2-40B4-BE49-F238E27FC236}">
                <a16:creationId xmlns:a16="http://schemas.microsoft.com/office/drawing/2014/main" xmlns="" id="{D9D2CA43-44F5-4DDC-AF71-4F5FDFF1B30C}"/>
              </a:ext>
            </a:extLst>
          </p:cNvPr>
          <p:cNvPicPr>
            <a:picLocks noChangeAspect="1"/>
          </p:cNvPicPr>
          <p:nvPr userDrawn="1"/>
        </p:nvPicPr>
        <p:blipFill>
          <a:blip r:embed="rId2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6280" y="6246019"/>
            <a:ext cx="1545637" cy="331832"/>
          </a:xfrm>
          <a:prstGeom prst="rect">
            <a:avLst/>
          </a:prstGeom>
        </p:spPr>
      </p:pic>
      <p:pic>
        <p:nvPicPr>
          <p:cNvPr id="15" name="Accenture_Consulting" hidden="1">
            <a:extLst>
              <a:ext uri="{FF2B5EF4-FFF2-40B4-BE49-F238E27FC236}">
                <a16:creationId xmlns:a16="http://schemas.microsoft.com/office/drawing/2014/main" xmlns="" id="{3344A5AB-F329-4B8E-8006-34B6E40B0028}"/>
              </a:ext>
            </a:extLst>
          </p:cNvPr>
          <p:cNvPicPr>
            <a:picLocks noChangeAspect="1"/>
          </p:cNvPicPr>
          <p:nvPr userDrawn="1"/>
        </p:nvPicPr>
        <p:blipFill>
          <a:blip r:embed="rId2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799" y="6244783"/>
            <a:ext cx="1942440" cy="330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727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3" r:id="rId19"/>
  </p:sldLayoutIdLst>
  <p:hf hdr="0" ftr="0" dt="0"/>
  <p:txStyles>
    <p:titleStyle>
      <a:lvl1pPr marL="0" indent="0" algn="l" defTabSz="914377" rtl="0" eaLnBrk="1" latinLnBrk="0" hangingPunct="1">
        <a:lnSpc>
          <a:spcPct val="80000"/>
        </a:lnSpc>
        <a:spcBef>
          <a:spcPct val="0"/>
        </a:spcBef>
        <a:buNone/>
        <a:defRPr sz="36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10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800" b="1" kern="1200" cap="none" baseline="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377" rtl="0" eaLnBrk="1" latinLnBrk="0" hangingPunct="1">
        <a:lnSpc>
          <a:spcPct val="10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80975" indent="-180975" algn="l" defTabSz="914377" rtl="0" eaLnBrk="1" latinLnBrk="0" hangingPunct="1">
        <a:lnSpc>
          <a:spcPct val="10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3034" indent="-16985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66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orient="horz" pos="1224">
          <p15:clr>
            <a:srgbClr val="F26B43"/>
          </p15:clr>
        </p15:guide>
        <p15:guide id="2" pos="5640">
          <p15:clr>
            <a:srgbClr val="F26B43"/>
          </p15:clr>
        </p15:guide>
        <p15:guide id="4">
          <p15:clr>
            <a:srgbClr val="F26B43"/>
          </p15:clr>
        </p15:guide>
        <p15:guide id="5" orient="horz" pos="240">
          <p15:clr>
            <a:srgbClr val="F26B43"/>
          </p15:clr>
        </p15:guide>
        <p15:guide id="6" orient="horz">
          <p15:clr>
            <a:srgbClr val="F26B43"/>
          </p15:clr>
        </p15:guide>
        <p15:guide id="7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5" orient="horz" pos="2232">
          <p15:clr>
            <a:srgbClr val="F26B43"/>
          </p15:clr>
        </p15:guide>
        <p15:guide id="16" orient="horz" pos="32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Insert main title at 36pt, min 30pt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xmlns="" id="{234CD17C-3ACE-4AE0-A6C5-F90D44EA7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943099"/>
            <a:ext cx="11430000" cy="42338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xmlns="" id="{C898D3F2-5EC6-4985-85B5-4178882BCB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xmlns="" id="{50E54BBC-E15F-4274-9991-03B6F5BA42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474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</p:sldLayoutIdLst>
  <p:hf hdr="0" dt="0"/>
  <p:txStyles>
    <p:titleStyle>
      <a:lvl1pPr marL="0" indent="0" algn="l" defTabSz="914377" rtl="0" eaLnBrk="1" latinLnBrk="0" hangingPunct="1">
        <a:lnSpc>
          <a:spcPct val="80000"/>
        </a:lnSpc>
        <a:spcBef>
          <a:spcPct val="0"/>
        </a:spcBef>
        <a:buNone/>
        <a:defRPr sz="36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800" b="1" kern="1200" cap="none" baseline="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80975" indent="-180975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3034" indent="-16985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66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orient="horz" pos="1224">
          <p15:clr>
            <a:srgbClr val="F26B43"/>
          </p15:clr>
        </p15:guide>
        <p15:guide id="2" pos="5640">
          <p15:clr>
            <a:srgbClr val="F26B43"/>
          </p15:clr>
        </p15:guide>
        <p15:guide id="4">
          <p15:clr>
            <a:srgbClr val="F26B43"/>
          </p15:clr>
        </p15:guide>
        <p15:guide id="5" orient="horz" pos="240">
          <p15:clr>
            <a:srgbClr val="F26B43"/>
          </p15:clr>
        </p15:guide>
        <p15:guide id="6" orient="horz">
          <p15:clr>
            <a:srgbClr val="F26B43"/>
          </p15:clr>
        </p15:guide>
        <p15:guide id="7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5" orient="horz" pos="2232">
          <p15:clr>
            <a:srgbClr val="F26B43"/>
          </p15:clr>
        </p15:guide>
        <p15:guide id="16" orient="horz" pos="32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F314A7-305B-4E0B-96B7-5B0949118DB0}" type="datetimeFigureOut">
              <a:rPr lang="en-IN" smtClean="0"/>
              <a:t>02/09/2026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692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opyright">
            <a:extLst>
              <a:ext uri="{FF2B5EF4-FFF2-40B4-BE49-F238E27FC236}">
                <a16:creationId xmlns:a16="http://schemas.microsoft.com/office/drawing/2014/main" xmlns="" id="{8DEAF7F0-ADBE-DA4B-80DE-727BD0E615AA}"/>
              </a:ext>
            </a:extLst>
          </p:cNvPr>
          <p:cNvSpPr txBox="1"/>
          <p:nvPr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26" name="slide number automatic">
            <a:extLst>
              <a:ext uri="{FF2B5EF4-FFF2-40B4-BE49-F238E27FC236}">
                <a16:creationId xmlns:a16="http://schemas.microsoft.com/office/drawing/2014/main" xmlns="" id="{A54DE5B9-F305-CC4E-9A6A-0DC78956D275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0" y="558086"/>
            <a:ext cx="11357865" cy="39395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 i="0">
                <a:latin typeface="Graphik Semibold" panose="020B0503030202060203" pitchFamily="34" charset="77"/>
              </a:rPr>
              <a:t>Place headline here in </a:t>
            </a:r>
            <a:r>
              <a:rPr lang="en-US" b="1" i="0" err="1">
                <a:latin typeface="Graphik Semibold" panose="020B0503030202060203" pitchFamily="34" charset="77"/>
              </a:rPr>
              <a:t>Graphik</a:t>
            </a:r>
            <a:r>
              <a:rPr lang="en-US" b="1" i="0">
                <a:latin typeface="Graphik Semibold" panose="020B0503030202060203" pitchFamily="34" charset="77"/>
              </a:rPr>
              <a:t> Semibold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60" y="1371601"/>
            <a:ext cx="11357865" cy="47668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7"/>
            <a:r>
              <a:rPr lang="en-US"/>
              <a:t>EIGHT LEVEL (DESCRIPTOR)</a:t>
            </a:r>
          </a:p>
          <a:p>
            <a:pPr lvl="8"/>
            <a:r>
              <a:rPr lang="en-US"/>
              <a:t>Ninth level (footer)</a:t>
            </a:r>
          </a:p>
        </p:txBody>
      </p:sp>
      <p:sp>
        <p:nvSpPr>
          <p:cNvPr id="4" name="GTS_Purple">
            <a:extLst>
              <a:ext uri="{FF2B5EF4-FFF2-40B4-BE49-F238E27FC236}">
                <a16:creationId xmlns:a16="http://schemas.microsoft.com/office/drawing/2014/main" xmlns="" id="{43975608-6DA8-9707-7CBD-C871ED474F3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62129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  <p:sldLayoutId id="2147483731" r:id="rId18"/>
    <p:sldLayoutId id="2147483732" r:id="rId19"/>
    <p:sldLayoutId id="2147483733" r:id="rId20"/>
    <p:sldLayoutId id="2147483734" r:id="rId21"/>
    <p:sldLayoutId id="2147483735" r:id="rId22"/>
    <p:sldLayoutId id="2147483736" r:id="rId23"/>
    <p:sldLayoutId id="2147483737" r:id="rId24"/>
    <p:sldLayoutId id="2147483738" r:id="rId25"/>
    <p:sldLayoutId id="2147483739" r:id="rId26"/>
    <p:sldLayoutId id="2147483740" r:id="rId27"/>
    <p:sldLayoutId id="2147483741" r:id="rId28"/>
    <p:sldLayoutId id="2147483742" r:id="rId29"/>
    <p:sldLayoutId id="2147483743" r:id="rId30"/>
    <p:sldLayoutId id="2147483744" r:id="rId31"/>
    <p:sldLayoutId id="2147483745" r:id="rId32"/>
    <p:sldLayoutId id="2147483746" r:id="rId33"/>
    <p:sldLayoutId id="2147483747" r:id="rId34"/>
    <p:sldLayoutId id="2147483748" r:id="rId35"/>
    <p:sldLayoutId id="2147483749" r:id="rId36"/>
    <p:sldLayoutId id="2147483750" r:id="rId37"/>
    <p:sldLayoutId id="2147483751" r:id="rId38"/>
    <p:sldLayoutId id="2147483752" r:id="rId39"/>
    <p:sldLayoutId id="2147483753" r:id="rId40"/>
    <p:sldLayoutId id="2147483754" r:id="rId41"/>
    <p:sldLayoutId id="2147483755" r:id="rId42"/>
    <p:sldLayoutId id="2147483756" r:id="rId43"/>
    <p:sldLayoutId id="2147483757" r:id="rId44"/>
    <p:sldLayoutId id="2147483758" r:id="rId45"/>
    <p:sldLayoutId id="2147483759" r:id="rId46"/>
    <p:sldLayoutId id="2147483760" r:id="rId47"/>
    <p:sldLayoutId id="2147483761" r:id="rId48"/>
    <p:sldLayoutId id="2147483762" r:id="rId49"/>
    <p:sldLayoutId id="2147483763" r:id="rId50"/>
    <p:sldLayoutId id="2147483764" r:id="rId51"/>
    <p:sldLayoutId id="2147483765" r:id="rId52"/>
    <p:sldLayoutId id="2147483766" r:id="rId53"/>
    <p:sldLayoutId id="2147483767" r:id="rId54"/>
    <p:sldLayoutId id="2147483768" r:id="rId55"/>
    <p:sldLayoutId id="2147483769" r:id="rId56"/>
    <p:sldLayoutId id="2147483770" r:id="rId57"/>
  </p:sldLayoutIdLst>
  <p:hf sldNum="0" hdr="0" ftr="0" dt="0"/>
  <p:txStyles>
    <p:titleStyle>
      <a:lvl1pPr algn="l" defTabSz="914377" rtl="0" eaLnBrk="1" latinLnBrk="0" hangingPunct="1">
        <a:lnSpc>
          <a:spcPct val="8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Graphik Semibold" panose="020B0503030202060203" pitchFamily="34" charset="77"/>
          <a:ea typeface="+mj-ea"/>
          <a:cs typeface="+mj-cs"/>
        </a:defRPr>
      </a:lvl1pPr>
    </p:titleStyle>
    <p:bodyStyle>
      <a:lvl1pPr marL="0" indent="0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594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Tx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457189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85783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914377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Graphik" panose="020B0503030202060203" pitchFamily="34" charset="0"/>
        <a:buNone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9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7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orient="horz" pos="164">
          <p15:clr>
            <a:srgbClr val="5ACBF0"/>
          </p15:clr>
        </p15:guide>
        <p15:guide id="8" pos="347">
          <p15:clr>
            <a:srgbClr val="9FCC3B"/>
          </p15:clr>
        </p15:guide>
        <p15:guide id="9" pos="733">
          <p15:clr>
            <a:srgbClr val="C35EA4"/>
          </p15:clr>
        </p15:guide>
        <p15:guide id="10" pos="7514">
          <p15:clr>
            <a:srgbClr val="5ACBF0"/>
          </p15:clr>
        </p15:guide>
        <p15:guide id="11" pos="166">
          <p15:clr>
            <a:srgbClr val="5ACBF0"/>
          </p15:clr>
        </p15:guide>
        <p15:guide id="12" orient="horz" pos="4156">
          <p15:clr>
            <a:srgbClr val="5ACBF0"/>
          </p15:clr>
        </p15:guide>
        <p15:guide id="13" pos="7333">
          <p15:clr>
            <a:srgbClr val="9FCC3B"/>
          </p15:clr>
        </p15:guide>
        <p15:guide id="14" orient="horz" pos="346">
          <p15:clr>
            <a:srgbClr val="9FCC3B"/>
          </p15:clr>
        </p15:guide>
        <p15:guide id="15" orient="horz" pos="3974">
          <p15:clr>
            <a:srgbClr val="9FCC3B"/>
          </p15:clr>
        </p15:guide>
        <p15:guide id="16" orient="horz" pos="845">
          <p15:clr>
            <a:srgbClr val="A4A3A4"/>
          </p15:clr>
        </p15:guide>
        <p15:guide id="17" orient="horz" pos="3861">
          <p15:clr>
            <a:srgbClr val="A4A3A4"/>
          </p15:clr>
        </p15:guide>
        <p15:guide id="18" pos="6924">
          <p15:clr>
            <a:srgbClr val="C35EA4"/>
          </p15:clr>
        </p15:guide>
        <p15:guide id="19" orient="horz" pos="1162">
          <p15:clr>
            <a:srgbClr val="FDE53C"/>
          </p15:clr>
        </p15:guide>
        <p15:guide id="20" pos="7015">
          <p15:clr>
            <a:srgbClr val="F26B43"/>
          </p15:clr>
        </p15:guide>
        <p15:guide id="21" pos="66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6.xml"/><Relationship Id="rId4" Type="http://schemas.openxmlformats.org/officeDocument/2006/relationships/image" Target="../media/image2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4F81C1D7-25E7-2AEA-5B9C-B4934B416F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03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7935BF95-9260-FF3E-8BA1-F61D8AD0F5C6}"/>
              </a:ext>
            </a:extLst>
          </p:cNvPr>
          <p:cNvSpPr txBox="1"/>
          <p:nvPr/>
        </p:nvSpPr>
        <p:spPr>
          <a:xfrm>
            <a:off x="2989992" y="5411118"/>
            <a:ext cx="6212017" cy="566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ts val="37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 Semibold" panose="020B0503030202060203" pitchFamily="34" charset="77"/>
                <a:ea typeface="+mn-ea"/>
                <a:cs typeface="+mn-cs"/>
              </a:rPr>
              <a:t>AI reinvention made real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9ED2B6F5-4632-A6A7-D235-C4D1E256BD27}"/>
              </a:ext>
            </a:extLst>
          </p:cNvPr>
          <p:cNvSpPr/>
          <p:nvPr/>
        </p:nvSpPr>
        <p:spPr>
          <a:xfrm>
            <a:off x="3858744" y="5990476"/>
            <a:ext cx="4474512" cy="352647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 Regular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8548F6C9-FCFE-86D4-8670-F533A4CE4650}"/>
              </a:ext>
            </a:extLst>
          </p:cNvPr>
          <p:cNvSpPr txBox="1"/>
          <p:nvPr/>
        </p:nvSpPr>
        <p:spPr>
          <a:xfrm>
            <a:off x="3858744" y="5972549"/>
            <a:ext cx="4474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  <a:t>Accenture Innovation Challenge 2026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xmlns="" id="{40F1EFF8-B673-136C-4910-73D1BC9075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93" y="667062"/>
            <a:ext cx="1251231" cy="33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161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156A2A5F-288B-3542-806F-FB6156349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865" y="439051"/>
            <a:ext cx="11430000" cy="1222515"/>
          </a:xfrm>
        </p:spPr>
        <p:txBody>
          <a:bodyPr>
            <a:normAutofit/>
          </a:bodyPr>
          <a:lstStyle/>
          <a:p>
            <a:r>
              <a:rPr lang="en-US" dirty="0"/>
              <a:t>Instructions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/>
            </a:r>
            <a:b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</a:br>
            <a:r>
              <a:rPr lang="en-US" sz="2400" i="1" dirty="0">
                <a:solidFill>
                  <a:schemeClr val="accent1"/>
                </a:solidFill>
              </a:rPr>
              <a:t>Reference slide– Remove before submission</a:t>
            </a:r>
            <a:endParaRPr lang="en-US" i="1" dirty="0">
              <a:solidFill>
                <a:schemeClr val="accent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xmlns="" id="{AF494971-71B0-4CA2-89A9-F9EC76D089DD}"/>
              </a:ext>
            </a:extLst>
          </p:cNvPr>
          <p:cNvSpPr/>
          <p:nvPr/>
        </p:nvSpPr>
        <p:spPr>
          <a:xfrm>
            <a:off x="370951" y="1608547"/>
            <a:ext cx="10712987" cy="584137"/>
          </a:xfrm>
          <a:prstGeom prst="roundRect">
            <a:avLst>
              <a:gd name="adj" fmla="val 606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Use the given template for your idea submission.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xmlns="" id="{8FEC1751-A58D-4A0D-88DD-075C6AE827BF}"/>
              </a:ext>
            </a:extLst>
          </p:cNvPr>
          <p:cNvSpPr/>
          <p:nvPr/>
        </p:nvSpPr>
        <p:spPr>
          <a:xfrm>
            <a:off x="370949" y="2329907"/>
            <a:ext cx="10712987" cy="633983"/>
          </a:xfrm>
          <a:prstGeom prst="roundRect">
            <a:avLst>
              <a:gd name="adj" fmla="val 606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Follow file naming format: Team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name_Idea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Name.pptx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xmlns="" id="{9DE17896-5D88-45F7-849C-AF7EC28E5B50}"/>
              </a:ext>
            </a:extLst>
          </p:cNvPr>
          <p:cNvSpPr/>
          <p:nvPr/>
        </p:nvSpPr>
        <p:spPr>
          <a:xfrm>
            <a:off x="370952" y="3097377"/>
            <a:ext cx="10712984" cy="584137"/>
          </a:xfrm>
          <a:prstGeom prst="roundRect">
            <a:avLst>
              <a:gd name="adj" fmla="val 606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3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Ensure the spell check is done before submitting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xmlns="" id="{6A117F32-B092-4525-A062-F5334ADDEC51}"/>
              </a:ext>
            </a:extLst>
          </p:cNvPr>
          <p:cNvSpPr/>
          <p:nvPr/>
        </p:nvSpPr>
        <p:spPr>
          <a:xfrm>
            <a:off x="370951" y="3841792"/>
            <a:ext cx="10712984" cy="584137"/>
          </a:xfrm>
          <a:prstGeom prst="roundRect">
            <a:avLst>
              <a:gd name="adj" fmla="val 606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4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Use standard Arial font, alignment and relevant images (as required)</a:t>
            </a:r>
          </a:p>
        </p:txBody>
      </p:sp>
    </p:spTree>
    <p:extLst>
      <p:ext uri="{BB962C8B-B14F-4D97-AF65-F5344CB8AC3E}">
        <p14:creationId xmlns:p14="http://schemas.microsoft.com/office/powerpoint/2010/main" val="280955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73E37827-E5D7-46FD-9143-ABFBF88A628E}"/>
              </a:ext>
            </a:extLst>
          </p:cNvPr>
          <p:cNvSpPr/>
          <p:nvPr/>
        </p:nvSpPr>
        <p:spPr>
          <a:xfrm>
            <a:off x="7385349" y="2505161"/>
            <a:ext cx="1443661" cy="1471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171E876B-A706-450C-8C34-951E6FA6C00F}"/>
              </a:ext>
            </a:extLst>
          </p:cNvPr>
          <p:cNvSpPr/>
          <p:nvPr/>
        </p:nvSpPr>
        <p:spPr>
          <a:xfrm>
            <a:off x="852718" y="2506579"/>
            <a:ext cx="1443661" cy="1471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xmlns="" id="{00A31654-439B-4571-B7B1-2E29E58E7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525056"/>
            <a:ext cx="11430000" cy="726439"/>
          </a:xfrm>
        </p:spPr>
        <p:txBody>
          <a:bodyPr/>
          <a:lstStyle/>
          <a:p>
            <a:r>
              <a:rPr lang="en-US" dirty="0"/>
              <a:t>Team details</a:t>
            </a:r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4258B87F-AD17-4B30-9FAA-C5C07FCFFE8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06202" y="6519009"/>
            <a:ext cx="385711" cy="20637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9AC08D-23A9-440E-BCB9-AA1E9877CC38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40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40000"/>
                </a:srgbClr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pic>
        <p:nvPicPr>
          <p:cNvPr id="23" name="Picture Placeholder 75">
            <a:extLst>
              <a:ext uri="{FF2B5EF4-FFF2-40B4-BE49-F238E27FC236}">
                <a16:creationId xmlns:a16="http://schemas.microsoft.com/office/drawing/2014/main" xmlns="" id="{8DF0ED10-FA32-47BA-8D4F-7620C7B46FA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5991" y="2405772"/>
            <a:ext cx="1434219" cy="1471323"/>
          </a:xfrm>
          <a:prstGeom prst="rect">
            <a:avLst/>
          </a:prstGeom>
        </p:spPr>
      </p:pic>
      <p:sp>
        <p:nvSpPr>
          <p:cNvPr id="39" name="Text Placeholder 27">
            <a:extLst>
              <a:ext uri="{FF2B5EF4-FFF2-40B4-BE49-F238E27FC236}">
                <a16:creationId xmlns:a16="http://schemas.microsoft.com/office/drawing/2014/main" xmlns="" id="{1D437424-4E2F-45EB-945E-4A07F8154854}"/>
              </a:ext>
            </a:extLst>
          </p:cNvPr>
          <p:cNvSpPr txBox="1">
            <a:spLocks/>
          </p:cNvSpPr>
          <p:nvPr/>
        </p:nvSpPr>
        <p:spPr>
          <a:xfrm>
            <a:off x="2637616" y="2098914"/>
            <a:ext cx="3177007" cy="811161"/>
          </a:xfrm>
          <a:prstGeom prst="rect">
            <a:avLst/>
          </a:prstGeom>
        </p:spPr>
        <p:txBody>
          <a:bodyPr vert="horz" lIns="0" tIns="0" rIns="0" bIns="0" rtlCol="0" anchor="b">
            <a:normAutofit fontScale="92500" lnSpcReduction="10000"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3600" b="1" kern="1200" cap="none" baseline="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Name (Team Leader)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4013373B-BBFC-437A-A7F1-E5017F23DD33}"/>
              </a:ext>
            </a:extLst>
          </p:cNvPr>
          <p:cNvSpPr/>
          <p:nvPr/>
        </p:nvSpPr>
        <p:spPr>
          <a:xfrm>
            <a:off x="255634" y="6368280"/>
            <a:ext cx="670956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Graphik"/>
                <a:ea typeface="+mn-ea"/>
                <a:cs typeface="+mn-cs"/>
              </a:rPr>
              <a:t>All fields are mandatory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xmlns="" id="{C66E72D5-38A8-4FA5-9EBD-60021A357B2A}"/>
              </a:ext>
            </a:extLst>
          </p:cNvPr>
          <p:cNvSpPr/>
          <p:nvPr/>
        </p:nvSpPr>
        <p:spPr>
          <a:xfrm>
            <a:off x="852718" y="4463806"/>
            <a:ext cx="1481237" cy="1471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Photo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503A2336-9DAB-4FE3-86E5-A5694B473965}"/>
              </a:ext>
            </a:extLst>
          </p:cNvPr>
          <p:cNvCxnSpPr>
            <a:cxnSpLocks/>
          </p:cNvCxnSpPr>
          <p:nvPr/>
        </p:nvCxnSpPr>
        <p:spPr>
          <a:xfrm>
            <a:off x="6096000" y="1521230"/>
            <a:ext cx="0" cy="4523725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ED2BAEA9-C010-474F-8C80-BD3D504C25C1}"/>
              </a:ext>
            </a:extLst>
          </p:cNvPr>
          <p:cNvCxnSpPr/>
          <p:nvPr/>
        </p:nvCxnSpPr>
        <p:spPr>
          <a:xfrm>
            <a:off x="2623232" y="3010298"/>
            <a:ext cx="171800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Placeholder 27">
            <a:extLst>
              <a:ext uri="{FF2B5EF4-FFF2-40B4-BE49-F238E27FC236}">
                <a16:creationId xmlns:a16="http://schemas.microsoft.com/office/drawing/2014/main" xmlns="" id="{83134DD2-B1F2-44EA-BCAB-CB7F6D0B5057}"/>
              </a:ext>
            </a:extLst>
          </p:cNvPr>
          <p:cNvSpPr txBox="1">
            <a:spLocks/>
          </p:cNvSpPr>
          <p:nvPr/>
        </p:nvSpPr>
        <p:spPr>
          <a:xfrm>
            <a:off x="2751413" y="4203349"/>
            <a:ext cx="1474707" cy="811161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3600" b="1" kern="1200" cap="none" baseline="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Name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xmlns="" id="{857CC230-E21C-4184-9D11-81950CC08A89}"/>
              </a:ext>
            </a:extLst>
          </p:cNvPr>
          <p:cNvCxnSpPr/>
          <p:nvPr/>
        </p:nvCxnSpPr>
        <p:spPr>
          <a:xfrm>
            <a:off x="2751413" y="5101825"/>
            <a:ext cx="171800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6" name="Picture Placeholder 75">
            <a:extLst>
              <a:ext uri="{FF2B5EF4-FFF2-40B4-BE49-F238E27FC236}">
                <a16:creationId xmlns:a16="http://schemas.microsoft.com/office/drawing/2014/main" xmlns="" id="{5E355391-27FE-4824-9548-B5688C3FCC2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84018" y="2405772"/>
            <a:ext cx="1434219" cy="1471323"/>
          </a:xfrm>
          <a:prstGeom prst="rect">
            <a:avLst/>
          </a:prstGeom>
        </p:spPr>
      </p:pic>
      <p:sp>
        <p:nvSpPr>
          <p:cNvPr id="67" name="Text Placeholder 27">
            <a:extLst>
              <a:ext uri="{FF2B5EF4-FFF2-40B4-BE49-F238E27FC236}">
                <a16:creationId xmlns:a16="http://schemas.microsoft.com/office/drawing/2014/main" xmlns="" id="{AB89B70E-DDF2-41D3-9411-6AA78204B1DA}"/>
              </a:ext>
            </a:extLst>
          </p:cNvPr>
          <p:cNvSpPr txBox="1">
            <a:spLocks/>
          </p:cNvSpPr>
          <p:nvPr/>
        </p:nvSpPr>
        <p:spPr>
          <a:xfrm>
            <a:off x="9165643" y="2098914"/>
            <a:ext cx="1437297" cy="811161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3600" b="1" kern="1200" cap="none" baseline="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Name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xmlns="" id="{B388F804-0525-4F8E-A5CE-A9E521C1E260}"/>
              </a:ext>
            </a:extLst>
          </p:cNvPr>
          <p:cNvCxnSpPr/>
          <p:nvPr/>
        </p:nvCxnSpPr>
        <p:spPr>
          <a:xfrm>
            <a:off x="9151259" y="3010298"/>
            <a:ext cx="171800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2">
            <a:extLst>
              <a:ext uri="{FF2B5EF4-FFF2-40B4-BE49-F238E27FC236}">
                <a16:creationId xmlns:a16="http://schemas.microsoft.com/office/drawing/2014/main" xmlns="" id="{A29DB088-2EF4-4C53-A6E2-75C9C7F34CAC}"/>
              </a:ext>
            </a:extLst>
          </p:cNvPr>
          <p:cNvGraphicFramePr>
            <a:graphicFrameLocks noGrp="1"/>
          </p:cNvGraphicFramePr>
          <p:nvPr/>
        </p:nvGraphicFramePr>
        <p:xfrm>
          <a:off x="461913" y="1173024"/>
          <a:ext cx="11617737" cy="37845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382355">
                  <a:extLst>
                    <a:ext uri="{9D8B030D-6E8A-4147-A177-3AD203B41FA5}">
                      <a16:colId xmlns:a16="http://schemas.microsoft.com/office/drawing/2014/main" xmlns="" val="129918070"/>
                    </a:ext>
                  </a:extLst>
                </a:gridCol>
                <a:gridCol w="7235382">
                  <a:extLst>
                    <a:ext uri="{9D8B030D-6E8A-4147-A177-3AD203B41FA5}">
                      <a16:colId xmlns:a16="http://schemas.microsoft.com/office/drawing/2014/main" xmlns="" val="1188269312"/>
                    </a:ext>
                  </a:extLst>
                </a:gridCol>
              </a:tblGrid>
              <a:tr h="378454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A100FF"/>
                          </a:solidFill>
                        </a:rPr>
                        <a:t>TEAM NAME:</a:t>
                      </a:r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dirty="0">
                        <a:solidFill>
                          <a:srgbClr val="A100FF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34512452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F2218D32-4F17-4A5E-9BE4-29837BF54E70}"/>
              </a:ext>
            </a:extLst>
          </p:cNvPr>
          <p:cNvSpPr txBox="1"/>
          <p:nvPr/>
        </p:nvSpPr>
        <p:spPr>
          <a:xfrm>
            <a:off x="2623232" y="3141433"/>
            <a:ext cx="27626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College: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Stream: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Year of graduation: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BB9131AF-0078-459E-83A3-73A8BC9A11B8}"/>
              </a:ext>
            </a:extLst>
          </p:cNvPr>
          <p:cNvSpPr txBox="1"/>
          <p:nvPr/>
        </p:nvSpPr>
        <p:spPr>
          <a:xfrm>
            <a:off x="2637616" y="5236045"/>
            <a:ext cx="27626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College: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Stream: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Year of graduation: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10AF310E-EC91-4906-9FCC-95C833C3D011}"/>
              </a:ext>
            </a:extLst>
          </p:cNvPr>
          <p:cNvSpPr txBox="1"/>
          <p:nvPr/>
        </p:nvSpPr>
        <p:spPr>
          <a:xfrm>
            <a:off x="9122721" y="3141433"/>
            <a:ext cx="27626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College: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Stream: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Year of graduation:</a:t>
            </a:r>
          </a:p>
        </p:txBody>
      </p:sp>
      <p:pic>
        <p:nvPicPr>
          <p:cNvPr id="2" name="Picture Placeholder 75">
            <a:extLst>
              <a:ext uri="{FF2B5EF4-FFF2-40B4-BE49-F238E27FC236}">
                <a16:creationId xmlns:a16="http://schemas.microsoft.com/office/drawing/2014/main" xmlns="" id="{5EAA4F6C-4EAD-B06C-205E-12296866797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6635" y="4361533"/>
            <a:ext cx="1434219" cy="147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471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361458" y="386331"/>
            <a:ext cx="11282796" cy="470919"/>
          </a:xfrm>
          <a:solidFill>
            <a:srgbClr val="A100FF"/>
          </a:solidFill>
        </p:spPr>
        <p:txBody>
          <a:bodyPr>
            <a:norm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Graphik" panose="020B0503030202060203" pitchFamily="34" charset="0"/>
                <a:cs typeface="Arial" panose="020B0604020202020204" pitchFamily="34" charset="0"/>
              </a:rPr>
              <a:t>Describe the problem statement (200 words)</a:t>
            </a:r>
            <a:endParaRPr lang="en-IN" sz="2000" dirty="0">
              <a:solidFill>
                <a:schemeClr val="bg1"/>
              </a:solidFill>
              <a:latin typeface="Graphik" panose="020B0503030202060203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9716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340961" y="342685"/>
            <a:ext cx="11282796" cy="423125"/>
          </a:xfrm>
          <a:solidFill>
            <a:srgbClr val="A100FF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Graphik" panose="020B0503030202060203" pitchFamily="34" charset="0"/>
                <a:cs typeface="Arial" panose="020B0604020202020204" pitchFamily="34" charset="0"/>
              </a:rPr>
              <a:t>Proposed solution (200 words)</a:t>
            </a:r>
          </a:p>
        </p:txBody>
      </p:sp>
    </p:spTree>
    <p:extLst>
      <p:ext uri="{BB962C8B-B14F-4D97-AF65-F5344CB8AC3E}">
        <p14:creationId xmlns:p14="http://schemas.microsoft.com/office/powerpoint/2010/main" val="2205980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300020" y="296965"/>
            <a:ext cx="11591959" cy="480276"/>
          </a:xfrm>
          <a:solidFill>
            <a:srgbClr val="A100FF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Graphik" panose="020B0503030202060203" pitchFamily="34" charset="0"/>
                <a:cs typeface="Arial" panose="020B0604020202020204" pitchFamily="34" charset="0"/>
              </a:rPr>
              <a:t>Video</a:t>
            </a:r>
            <a:endParaRPr lang="en-IN" sz="2000" b="1" dirty="0">
              <a:solidFill>
                <a:schemeClr val="bg1"/>
              </a:solidFill>
              <a:latin typeface="Graphik" panose="020B0503030202060203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5603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8C86DCA-E252-45B6-8790-F0CA74EA4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48" y="3429000"/>
            <a:ext cx="5190523" cy="984885"/>
          </a:xfrm>
        </p:spPr>
        <p:txBody>
          <a:bodyPr/>
          <a:lstStyle/>
          <a:p>
            <a:r>
              <a:rPr lang="en-US">
                <a:latin typeface="+mj-lt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83931614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ure 2025">
  <a:themeElements>
    <a:clrScheme name="Custom 20">
      <a:dk1>
        <a:srgbClr val="000000"/>
      </a:dk1>
      <a:lt1>
        <a:srgbClr val="FFFFFF"/>
      </a:lt1>
      <a:dk2>
        <a:srgbClr val="450073"/>
      </a:dk2>
      <a:lt2>
        <a:srgbClr val="A000FF"/>
      </a:lt2>
      <a:accent1>
        <a:srgbClr val="7400C0"/>
      </a:accent1>
      <a:accent2>
        <a:srgbClr val="C1A3FF"/>
      </a:accent2>
      <a:accent3>
        <a:srgbClr val="E6DCFF"/>
      </a:accent3>
      <a:accent4>
        <a:srgbClr val="FF50A0"/>
      </a:accent4>
      <a:accent5>
        <a:srgbClr val="224BFF"/>
      </a:accent5>
      <a:accent6>
        <a:srgbClr val="05F2DB"/>
      </a:accent6>
      <a:hlink>
        <a:srgbClr val="A000FF"/>
      </a:hlink>
      <a:folHlink>
        <a:srgbClr val="7400C0"/>
      </a:folHlink>
    </a:clrScheme>
    <a:fontScheme name="GraphikReg-GraphikSemiB">
      <a:majorFont>
        <a:latin typeface="Graphik-Semibold"/>
        <a:ea typeface=""/>
        <a:cs typeface=""/>
      </a:majorFont>
      <a:minorFont>
        <a:latin typeface="Graphik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FY25-Branding-Guidelines_PPT-Graphik_v19_AccessibilityFixes.pptx" id="{6C590743-EE6F-704D-9B30-76795EFC297C}" vid="{E566E052-0B33-5E4D-99EA-EFC16BC751F1}"/>
    </a:ext>
  </a:extLst>
</a:theme>
</file>

<file path=ppt/theme/theme2.xml><?xml version="1.0" encoding="utf-8"?>
<a:theme xmlns:a="http://schemas.openxmlformats.org/drawingml/2006/main" name="1_Titles">
  <a:themeElements>
    <a:clrScheme name="Acc Core">
      <a:dk1>
        <a:srgbClr val="000000"/>
      </a:dk1>
      <a:lt1>
        <a:srgbClr val="FFFFFF"/>
      </a:lt1>
      <a:dk2>
        <a:srgbClr val="BDBDBD"/>
      </a:dk2>
      <a:lt2>
        <a:srgbClr val="969696"/>
      </a:lt2>
      <a:accent1>
        <a:srgbClr val="A100FF"/>
      </a:accent1>
      <a:accent2>
        <a:srgbClr val="7500C0"/>
      </a:accent2>
      <a:accent3>
        <a:srgbClr val="460073"/>
      </a:accent3>
      <a:accent4>
        <a:srgbClr val="00BAFF"/>
      </a:accent4>
      <a:accent5>
        <a:srgbClr val="008EFF"/>
      </a:accent5>
      <a:accent6>
        <a:srgbClr val="004DFF"/>
      </a:accent6>
      <a:hlink>
        <a:srgbClr val="7500C0"/>
      </a:hlink>
      <a:folHlink>
        <a:srgbClr val="460073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4572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xmlns="" name="Presentation10" id="{C00EB2C1-B526-F548-AF64-FD10065D7E5F}" vid="{C7D4C087-F6B1-4649-903F-3FEF709D25B8}"/>
    </a:ext>
  </a:extLst>
</a:theme>
</file>

<file path=ppt/theme/theme3.xml><?xml version="1.0" encoding="utf-8"?>
<a:theme xmlns:a="http://schemas.openxmlformats.org/drawingml/2006/main" name="Titles">
  <a:themeElements>
    <a:clrScheme name="Acc Core">
      <a:dk1>
        <a:srgbClr val="000000"/>
      </a:dk1>
      <a:lt1>
        <a:srgbClr val="FFFFFF"/>
      </a:lt1>
      <a:dk2>
        <a:srgbClr val="BDBDBD"/>
      </a:dk2>
      <a:lt2>
        <a:srgbClr val="969696"/>
      </a:lt2>
      <a:accent1>
        <a:srgbClr val="A100FF"/>
      </a:accent1>
      <a:accent2>
        <a:srgbClr val="7500C0"/>
      </a:accent2>
      <a:accent3>
        <a:srgbClr val="460073"/>
      </a:accent3>
      <a:accent4>
        <a:srgbClr val="00BAFF"/>
      </a:accent4>
      <a:accent5>
        <a:srgbClr val="008EFF"/>
      </a:accent5>
      <a:accent6>
        <a:srgbClr val="004DFF"/>
      </a:accent6>
      <a:hlink>
        <a:srgbClr val="7500C0"/>
      </a:hlink>
      <a:folHlink>
        <a:srgbClr val="460073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4572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xmlns="" name="Presentation10" id="{C00EB2C1-B526-F548-AF64-FD10065D7E5F}" vid="{C7D4C087-F6B1-4649-903F-3FEF709D25B8}"/>
    </a:ext>
  </a:extLst>
</a:theme>
</file>

<file path=ppt/theme/theme4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AE6F2518-B084-4896-AF52-66CC2144AA26}"/>
    </a:ext>
  </a:extLst>
</a:theme>
</file>

<file path=ppt/theme/theme5.xml><?xml version="1.0" encoding="utf-8"?>
<a:theme xmlns:a="http://schemas.openxmlformats.org/drawingml/2006/main" name="1_Accenture 2025">
  <a:themeElements>
    <a:clrScheme name="Accenture">
      <a:dk1>
        <a:srgbClr val="000000"/>
      </a:dk1>
      <a:lt1>
        <a:srgbClr val="FFFFFF"/>
      </a:lt1>
      <a:dk2>
        <a:srgbClr val="A100FF"/>
      </a:dk2>
      <a:lt2>
        <a:srgbClr val="460073"/>
      </a:lt2>
      <a:accent1>
        <a:srgbClr val="7500C0"/>
      </a:accent1>
      <a:accent2>
        <a:srgbClr val="C2A3FF"/>
      </a:accent2>
      <a:accent3>
        <a:srgbClr val="E6DCFF"/>
      </a:accent3>
      <a:accent4>
        <a:srgbClr val="FF50A0"/>
      </a:accent4>
      <a:accent5>
        <a:srgbClr val="224BFF"/>
      </a:accent5>
      <a:accent6>
        <a:srgbClr val="05F2DB"/>
      </a:accent6>
      <a:hlink>
        <a:srgbClr val="A100FF"/>
      </a:hlink>
      <a:folHlink>
        <a:srgbClr val="7500C0"/>
      </a:folHlink>
    </a:clrScheme>
    <a:fontScheme name="GraphikReg-GraphikSemiB">
      <a:majorFont>
        <a:latin typeface="Graphik-Semibold"/>
        <a:ea typeface=""/>
        <a:cs typeface=""/>
      </a:majorFont>
      <a:minorFont>
        <a:latin typeface="Graphik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FY25-Branding-Guidelines_Graphik_v22_Accessibility" id="{B24F0E14-DE31-5248-A702-F861AB2F5F31}" vid="{E2D4869B-0EAF-0144-9FC0-81C17233BA3E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107</Words>
  <Application>Microsoft Office PowerPoint</Application>
  <PresentationFormat>Custom</PresentationFormat>
  <Paragraphs>29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5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Accenture 2025</vt:lpstr>
      <vt:lpstr>1_Titles</vt:lpstr>
      <vt:lpstr>Titles</vt:lpstr>
      <vt:lpstr>1_Office Theme</vt:lpstr>
      <vt:lpstr>1_Accenture 2025</vt:lpstr>
      <vt:lpstr>PowerPoint Presentation</vt:lpstr>
      <vt:lpstr>Instructions Reference slide– Remove before submission</vt:lpstr>
      <vt:lpstr>Team details</vt:lpstr>
      <vt:lpstr>Describe the problem statement (200 words)</vt:lpstr>
      <vt:lpstr>Proposed solution (200 words)</vt:lpstr>
      <vt:lpstr>Video</vt:lpstr>
      <vt:lpstr>Thank you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Tolentino, Ma. Antonette</dc:creator>
  <cp:lastModifiedBy>Anurag</cp:lastModifiedBy>
  <cp:revision>3</cp:revision>
  <dcterms:created xsi:type="dcterms:W3CDTF">2026-07-24T04:09:52Z</dcterms:created>
  <dcterms:modified xsi:type="dcterms:W3CDTF">2026-09-02T15:11:11Z</dcterms:modified>
</cp:coreProperties>
</file>